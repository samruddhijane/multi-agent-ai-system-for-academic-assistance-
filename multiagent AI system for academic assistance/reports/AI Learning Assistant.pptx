
<file path=[Content_Types].xml><?xml version="1.0" encoding="utf-8"?>
<Types xmlns="http://schemas.openxmlformats.org/package/2006/content-types">
  <Default Extension="1" ContentType="image/jpeg"/>
  <Default Extension="gifv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9.jpg" ContentType="image/pn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0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ruddhi Jane" userId="8492f19dd171d381" providerId="LiveId" clId="{54FD0AE3-376D-4355-A2CA-BE5FC131AED4}"/>
    <pc:docChg chg="undo custSel addSld delSld modSld">
      <pc:chgData name="Samruddhi Jane" userId="8492f19dd171d381" providerId="LiveId" clId="{54FD0AE3-376D-4355-A2CA-BE5FC131AED4}" dt="2026-07-02T04:14:15.158" v="1420" actId="1076"/>
      <pc:docMkLst>
        <pc:docMk/>
      </pc:docMkLst>
      <pc:sldChg chg="addSp modSp mod">
        <pc:chgData name="Samruddhi Jane" userId="8492f19dd171d381" providerId="LiveId" clId="{54FD0AE3-376D-4355-A2CA-BE5FC131AED4}" dt="2026-07-02T03:50:58.559" v="1337" actId="20577"/>
        <pc:sldMkLst>
          <pc:docMk/>
          <pc:sldMk cId="1776615359" sldId="256"/>
        </pc:sldMkLst>
        <pc:spChg chg="mod">
          <ac:chgData name="Samruddhi Jane" userId="8492f19dd171d381" providerId="LiveId" clId="{54FD0AE3-376D-4355-A2CA-BE5FC131AED4}" dt="2026-07-02T03:50:58.559" v="1337" actId="20577"/>
          <ac:spMkLst>
            <pc:docMk/>
            <pc:sldMk cId="1776615359" sldId="256"/>
            <ac:spMk id="8" creationId="{D9DC9BA2-50A7-D3ED-1B27-929DB16F7B3E}"/>
          </ac:spMkLst>
        </pc:spChg>
        <pc:spChg chg="mod">
          <ac:chgData name="Samruddhi Jane" userId="8492f19dd171d381" providerId="LiveId" clId="{54FD0AE3-376D-4355-A2CA-BE5FC131AED4}" dt="2026-07-01T21:52:44.268" v="1108" actId="113"/>
          <ac:spMkLst>
            <pc:docMk/>
            <pc:sldMk cId="1776615359" sldId="256"/>
            <ac:spMk id="9" creationId="{17B2921E-816B-84B1-05A6-B45CDFAA85D6}"/>
          </ac:spMkLst>
        </pc:spChg>
        <pc:spChg chg="mod">
          <ac:chgData name="Samruddhi Jane" userId="8492f19dd171d381" providerId="LiveId" clId="{54FD0AE3-376D-4355-A2CA-BE5FC131AED4}" dt="2026-07-01T21:53:13.293" v="1113" actId="1076"/>
          <ac:spMkLst>
            <pc:docMk/>
            <pc:sldMk cId="1776615359" sldId="256"/>
            <ac:spMk id="10" creationId="{287FE940-13CC-6382-6B08-4270EAFA15E2}"/>
          </ac:spMkLst>
        </pc:spChg>
        <pc:spChg chg="mod">
          <ac:chgData name="Samruddhi Jane" userId="8492f19dd171d381" providerId="LiveId" clId="{54FD0AE3-376D-4355-A2CA-BE5FC131AED4}" dt="2026-07-01T22:11:17.983" v="1263" actId="1076"/>
          <ac:spMkLst>
            <pc:docMk/>
            <pc:sldMk cId="1776615359" sldId="256"/>
            <ac:spMk id="11" creationId="{9E474943-E922-B780-3A56-3F02DD757C8E}"/>
          </ac:spMkLst>
        </pc:spChg>
        <pc:spChg chg="mod">
          <ac:chgData name="Samruddhi Jane" userId="8492f19dd171d381" providerId="LiveId" clId="{54FD0AE3-376D-4355-A2CA-BE5FC131AED4}" dt="2026-07-01T22:11:13.271" v="1262" actId="1076"/>
          <ac:spMkLst>
            <pc:docMk/>
            <pc:sldMk cId="1776615359" sldId="256"/>
            <ac:spMk id="12" creationId="{7E91667D-02DB-13FD-0121-E8ED760A83CC}"/>
          </ac:spMkLst>
        </pc:spChg>
        <pc:picChg chg="add mod">
          <ac:chgData name="Samruddhi Jane" userId="8492f19dd171d381" providerId="LiveId" clId="{54FD0AE3-376D-4355-A2CA-BE5FC131AED4}" dt="2026-07-01T21:52:21.367" v="1104" actId="1076"/>
          <ac:picMkLst>
            <pc:docMk/>
            <pc:sldMk cId="1776615359" sldId="256"/>
            <ac:picMk id="14" creationId="{2C581289-9CF9-F9C0-C43D-1FEE6309445C}"/>
          </ac:picMkLst>
        </pc:picChg>
        <pc:picChg chg="add mod">
          <ac:chgData name="Samruddhi Jane" userId="8492f19dd171d381" providerId="LiveId" clId="{54FD0AE3-376D-4355-A2CA-BE5FC131AED4}" dt="2026-07-01T22:11:24.633" v="1264" actId="1076"/>
          <ac:picMkLst>
            <pc:docMk/>
            <pc:sldMk cId="1776615359" sldId="256"/>
            <ac:picMk id="16" creationId="{D88E6D88-BC6A-8DDB-4AF0-385CB5197E28}"/>
          </ac:picMkLst>
        </pc:picChg>
      </pc:sldChg>
      <pc:sldChg chg="addSp delSp modSp mod">
        <pc:chgData name="Samruddhi Jane" userId="8492f19dd171d381" providerId="LiveId" clId="{54FD0AE3-376D-4355-A2CA-BE5FC131AED4}" dt="2026-07-01T20:32:49.997" v="490" actId="1076"/>
        <pc:sldMkLst>
          <pc:docMk/>
          <pc:sldMk cId="436979326" sldId="257"/>
        </pc:sldMkLst>
        <pc:spChg chg="mod">
          <ac:chgData name="Samruddhi Jane" userId="8492f19dd171d381" providerId="LiveId" clId="{54FD0AE3-376D-4355-A2CA-BE5FC131AED4}" dt="2026-07-01T14:20:45.116" v="156" actId="207"/>
          <ac:spMkLst>
            <pc:docMk/>
            <pc:sldMk cId="436979326" sldId="257"/>
            <ac:spMk id="2" creationId="{7B8C1392-63CA-98B2-E88E-C22648CE4032}"/>
          </ac:spMkLst>
        </pc:spChg>
        <pc:spChg chg="add del mod">
          <ac:chgData name="Samruddhi Jane" userId="8492f19dd171d381" providerId="LiveId" clId="{54FD0AE3-376D-4355-A2CA-BE5FC131AED4}" dt="2026-07-01T20:32:49.997" v="490" actId="1076"/>
          <ac:spMkLst>
            <pc:docMk/>
            <pc:sldMk cId="436979326" sldId="257"/>
            <ac:spMk id="3" creationId="{4EAA79BA-BBB8-091D-EDFD-4A5E3C72AA92}"/>
          </ac:spMkLst>
        </pc:spChg>
        <pc:picChg chg="add del mod">
          <ac:chgData name="Samruddhi Jane" userId="8492f19dd171d381" providerId="LiveId" clId="{54FD0AE3-376D-4355-A2CA-BE5FC131AED4}" dt="2026-07-01T14:18:39.844" v="136" actId="21"/>
          <ac:picMkLst>
            <pc:docMk/>
            <pc:sldMk cId="436979326" sldId="257"/>
            <ac:picMk id="5" creationId="{39E06FB4-4D99-59FE-1F24-F3400A3BCFE9}"/>
          </ac:picMkLst>
        </pc:picChg>
        <pc:picChg chg="add mod">
          <ac:chgData name="Samruddhi Jane" userId="8492f19dd171d381" providerId="LiveId" clId="{54FD0AE3-376D-4355-A2CA-BE5FC131AED4}" dt="2026-07-01T20:32:35.884" v="489" actId="1076"/>
          <ac:picMkLst>
            <pc:docMk/>
            <pc:sldMk cId="436979326" sldId="257"/>
            <ac:picMk id="7" creationId="{051DC5F9-BA26-2143-5C60-C2E74DCBDFC8}"/>
          </ac:picMkLst>
        </pc:picChg>
        <pc:picChg chg="add mod">
          <ac:chgData name="Samruddhi Jane" userId="8492f19dd171d381" providerId="LiveId" clId="{54FD0AE3-376D-4355-A2CA-BE5FC131AED4}" dt="2026-07-01T20:32:21.092" v="488" actId="1076"/>
          <ac:picMkLst>
            <pc:docMk/>
            <pc:sldMk cId="436979326" sldId="257"/>
            <ac:picMk id="9" creationId="{BD73F8CA-AADB-F09E-E351-32BD7966478A}"/>
          </ac:picMkLst>
        </pc:picChg>
      </pc:sldChg>
      <pc:sldChg chg="addSp modSp mod">
        <pc:chgData name="Samruddhi Jane" userId="8492f19dd171d381" providerId="LiveId" clId="{54FD0AE3-376D-4355-A2CA-BE5FC131AED4}" dt="2026-07-01T20:35:29.113" v="501" actId="1076"/>
        <pc:sldMkLst>
          <pc:docMk/>
          <pc:sldMk cId="576520900" sldId="258"/>
        </pc:sldMkLst>
        <pc:spChg chg="mod">
          <ac:chgData name="Samruddhi Jane" userId="8492f19dd171d381" providerId="LiveId" clId="{54FD0AE3-376D-4355-A2CA-BE5FC131AED4}" dt="2026-07-01T20:35:06.383" v="497" actId="1076"/>
          <ac:spMkLst>
            <pc:docMk/>
            <pc:sldMk cId="576520900" sldId="258"/>
            <ac:spMk id="2" creationId="{9637C77D-B16C-690B-8BAD-E60DF0F656AC}"/>
          </ac:spMkLst>
        </pc:spChg>
        <pc:spChg chg="mod">
          <ac:chgData name="Samruddhi Jane" userId="8492f19dd171d381" providerId="LiveId" clId="{54FD0AE3-376D-4355-A2CA-BE5FC131AED4}" dt="2026-07-01T14:24:42.983" v="177" actId="6549"/>
          <ac:spMkLst>
            <pc:docMk/>
            <pc:sldMk cId="576520900" sldId="258"/>
            <ac:spMk id="3" creationId="{5BED74EB-A04A-24C7-5DAF-BEB5BBD0C3D1}"/>
          </ac:spMkLst>
        </pc:spChg>
        <pc:picChg chg="add mod">
          <ac:chgData name="Samruddhi Jane" userId="8492f19dd171d381" providerId="LiveId" clId="{54FD0AE3-376D-4355-A2CA-BE5FC131AED4}" dt="2026-07-01T20:35:29.113" v="501" actId="1076"/>
          <ac:picMkLst>
            <pc:docMk/>
            <pc:sldMk cId="576520900" sldId="258"/>
            <ac:picMk id="5" creationId="{00B907D7-B187-E8AC-6473-FC442B3994EB}"/>
          </ac:picMkLst>
        </pc:picChg>
      </pc:sldChg>
      <pc:sldChg chg="addSp delSp modSp new del mod setBg chgLayout">
        <pc:chgData name="Samruddhi Jane" userId="8492f19dd171d381" providerId="LiveId" clId="{54FD0AE3-376D-4355-A2CA-BE5FC131AED4}" dt="2026-07-01T20:39:34.031" v="735" actId="2696"/>
        <pc:sldMkLst>
          <pc:docMk/>
          <pc:sldMk cId="3913884667" sldId="259"/>
        </pc:sldMkLst>
        <pc:spChg chg="del">
          <ac:chgData name="Samruddhi Jane" userId="8492f19dd171d381" providerId="LiveId" clId="{54FD0AE3-376D-4355-A2CA-BE5FC131AED4}" dt="2026-07-01T15:29:02.326" v="183" actId="21"/>
          <ac:spMkLst>
            <pc:docMk/>
            <pc:sldMk cId="3913884667" sldId="259"/>
            <ac:spMk id="2" creationId="{7CB0531E-64BD-B91B-9663-015028F42C57}"/>
          </ac:spMkLst>
        </pc:spChg>
        <pc:spChg chg="mod ord">
          <ac:chgData name="Samruddhi Jane" userId="8492f19dd171d381" providerId="LiveId" clId="{54FD0AE3-376D-4355-A2CA-BE5FC131AED4}" dt="2026-07-01T20:39:28.118" v="734" actId="27636"/>
          <ac:spMkLst>
            <pc:docMk/>
            <pc:sldMk cId="3913884667" sldId="259"/>
            <ac:spMk id="3" creationId="{51247BB5-DFB2-45F0-1F2E-B890C529C34A}"/>
          </ac:spMkLst>
        </pc:spChg>
        <pc:spChg chg="add del mod">
          <ac:chgData name="Samruddhi Jane" userId="8492f19dd171d381" providerId="LiveId" clId="{54FD0AE3-376D-4355-A2CA-BE5FC131AED4}" dt="2026-07-01T20:39:28.093" v="733" actId="6264"/>
          <ac:spMkLst>
            <pc:docMk/>
            <pc:sldMk cId="3913884667" sldId="259"/>
            <ac:spMk id="4" creationId="{8BE3F8AC-B95B-9704-DC96-062F9A89FFA0}"/>
          </ac:spMkLst>
        </pc:spChg>
        <pc:spChg chg="add mod ord">
          <ac:chgData name="Samruddhi Jane" userId="8492f19dd171d381" providerId="LiveId" clId="{54FD0AE3-376D-4355-A2CA-BE5FC131AED4}" dt="2026-07-01T20:39:28.093" v="733" actId="6264"/>
          <ac:spMkLst>
            <pc:docMk/>
            <pc:sldMk cId="3913884667" sldId="259"/>
            <ac:spMk id="5" creationId="{1D87F918-1E34-2511-5627-365C50871196}"/>
          </ac:spMkLst>
        </pc:spChg>
      </pc:sldChg>
      <pc:sldChg chg="addSp delSp modSp new mod modClrScheme chgLayout">
        <pc:chgData name="Samruddhi Jane" userId="8492f19dd171d381" providerId="LiveId" clId="{54FD0AE3-376D-4355-A2CA-BE5FC131AED4}" dt="2026-07-02T03:51:54.501" v="1339" actId="115"/>
        <pc:sldMkLst>
          <pc:docMk/>
          <pc:sldMk cId="891504608" sldId="260"/>
        </pc:sldMkLst>
        <pc:spChg chg="mod ord">
          <ac:chgData name="Samruddhi Jane" userId="8492f19dd171d381" providerId="LiveId" clId="{54FD0AE3-376D-4355-A2CA-BE5FC131AED4}" dt="2026-07-02T03:51:54.501" v="1339" actId="115"/>
          <ac:spMkLst>
            <pc:docMk/>
            <pc:sldMk cId="891504608" sldId="260"/>
            <ac:spMk id="2" creationId="{E49176C7-0AE2-C84C-B545-AD336AE98DD8}"/>
          </ac:spMkLst>
        </pc:spChg>
        <pc:spChg chg="del mod ord">
          <ac:chgData name="Samruddhi Jane" userId="8492f19dd171d381" providerId="LiveId" clId="{54FD0AE3-376D-4355-A2CA-BE5FC131AED4}" dt="2026-07-01T15:45:05.067" v="205" actId="700"/>
          <ac:spMkLst>
            <pc:docMk/>
            <pc:sldMk cId="891504608" sldId="260"/>
            <ac:spMk id="3" creationId="{07C365FF-3F3F-AEF7-885F-1B0B367C8B28}"/>
          </ac:spMkLst>
        </pc:spChg>
        <pc:spChg chg="add mod ord">
          <ac:chgData name="Samruddhi Jane" userId="8492f19dd171d381" providerId="LiveId" clId="{54FD0AE3-376D-4355-A2CA-BE5FC131AED4}" dt="2026-07-01T21:43:24.466" v="1051" actId="20577"/>
          <ac:spMkLst>
            <pc:docMk/>
            <pc:sldMk cId="891504608" sldId="260"/>
            <ac:spMk id="4" creationId="{200F516A-9482-993F-2F0E-F88E2E4E3832}"/>
          </ac:spMkLst>
        </pc:spChg>
        <pc:spChg chg="add mod ord">
          <ac:chgData name="Samruddhi Jane" userId="8492f19dd171d381" providerId="LiveId" clId="{54FD0AE3-376D-4355-A2CA-BE5FC131AED4}" dt="2026-07-01T21:43:16.339" v="1038" actId="14100"/>
          <ac:spMkLst>
            <pc:docMk/>
            <pc:sldMk cId="891504608" sldId="260"/>
            <ac:spMk id="5" creationId="{F653C71C-AB77-07A7-E0F1-DF9BC586D94A}"/>
          </ac:spMkLst>
        </pc:spChg>
        <pc:spChg chg="add mod ord">
          <ac:chgData name="Samruddhi Jane" userId="8492f19dd171d381" providerId="LiveId" clId="{54FD0AE3-376D-4355-A2CA-BE5FC131AED4}" dt="2026-07-01T21:25:42.064" v="947" actId="1076"/>
          <ac:spMkLst>
            <pc:docMk/>
            <pc:sldMk cId="891504608" sldId="260"/>
            <ac:spMk id="6" creationId="{FC696651-1C53-0F0E-F66F-A0ECA1FF7248}"/>
          </ac:spMkLst>
        </pc:spChg>
        <pc:spChg chg="add mod ord">
          <ac:chgData name="Samruddhi Jane" userId="8492f19dd171d381" providerId="LiveId" clId="{54FD0AE3-376D-4355-A2CA-BE5FC131AED4}" dt="2026-07-01T21:18:15.210" v="908" actId="1076"/>
          <ac:spMkLst>
            <pc:docMk/>
            <pc:sldMk cId="891504608" sldId="260"/>
            <ac:spMk id="7" creationId="{3098B70E-937C-0637-CD60-8C31FC4F4965}"/>
          </ac:spMkLst>
        </pc:spChg>
        <pc:spChg chg="add mod ord">
          <ac:chgData name="Samruddhi Jane" userId="8492f19dd171d381" providerId="LiveId" clId="{54FD0AE3-376D-4355-A2CA-BE5FC131AED4}" dt="2026-07-01T21:26:00.972" v="949" actId="1076"/>
          <ac:spMkLst>
            <pc:docMk/>
            <pc:sldMk cId="891504608" sldId="260"/>
            <ac:spMk id="8" creationId="{FAFEA40A-5550-DF45-1E4A-A6510FB5A714}"/>
          </ac:spMkLst>
        </pc:spChg>
        <pc:spChg chg="add mod ord">
          <ac:chgData name="Samruddhi Jane" userId="8492f19dd171d381" providerId="LiveId" clId="{54FD0AE3-376D-4355-A2CA-BE5FC131AED4}" dt="2026-07-01T21:25:46.273" v="948" actId="1076"/>
          <ac:spMkLst>
            <pc:docMk/>
            <pc:sldMk cId="891504608" sldId="260"/>
            <ac:spMk id="9" creationId="{ABB1710A-FA16-1925-5A84-5BB8D143EDD0}"/>
          </ac:spMkLst>
        </pc:spChg>
        <pc:spChg chg="add del mod">
          <ac:chgData name="Samruddhi Jane" userId="8492f19dd171d381" providerId="LiveId" clId="{54FD0AE3-376D-4355-A2CA-BE5FC131AED4}" dt="2026-07-01T21:29:16.341" v="955" actId="21"/>
          <ac:spMkLst>
            <pc:docMk/>
            <pc:sldMk cId="891504608" sldId="260"/>
            <ac:spMk id="33" creationId="{04AF8160-F3FC-DF3A-C858-9BC298F871B3}"/>
          </ac:spMkLst>
        </pc:spChg>
        <pc:spChg chg="add del mod">
          <ac:chgData name="Samruddhi Jane" userId="8492f19dd171d381" providerId="LiveId" clId="{54FD0AE3-376D-4355-A2CA-BE5FC131AED4}" dt="2026-07-01T21:31:25.890" v="964" actId="21"/>
          <ac:spMkLst>
            <pc:docMk/>
            <pc:sldMk cId="891504608" sldId="260"/>
            <ac:spMk id="36" creationId="{F8EAD59E-04D0-61D4-AA67-04C577277857}"/>
          </ac:spMkLst>
        </pc:spChg>
        <pc:spChg chg="add del mod">
          <ac:chgData name="Samruddhi Jane" userId="8492f19dd171d381" providerId="LiveId" clId="{54FD0AE3-376D-4355-A2CA-BE5FC131AED4}" dt="2026-07-01T21:35:10.898" v="979" actId="21"/>
          <ac:spMkLst>
            <pc:docMk/>
            <pc:sldMk cId="891504608" sldId="260"/>
            <ac:spMk id="39" creationId="{DD3A516C-03D7-42AB-CE0F-1D75CD9CEB7E}"/>
          </ac:spMkLst>
        </pc:spChg>
        <pc:picChg chg="add mod">
          <ac:chgData name="Samruddhi Jane" userId="8492f19dd171d381" providerId="LiveId" clId="{54FD0AE3-376D-4355-A2CA-BE5FC131AED4}" dt="2026-07-01T21:27:30.980" v="952" actId="1076"/>
          <ac:picMkLst>
            <pc:docMk/>
            <pc:sldMk cId="891504608" sldId="260"/>
            <ac:picMk id="30" creationId="{1C6D1ECD-D084-3EC3-75F6-2E63BEEB24A6}"/>
          </ac:picMkLst>
        </pc:picChg>
        <pc:picChg chg="add mod ord">
          <ac:chgData name="Samruddhi Jane" userId="8492f19dd171d381" providerId="LiveId" clId="{54FD0AE3-376D-4355-A2CA-BE5FC131AED4}" dt="2026-07-01T21:43:42.892" v="1055" actId="14100"/>
          <ac:picMkLst>
            <pc:docMk/>
            <pc:sldMk cId="891504608" sldId="260"/>
            <ac:picMk id="32" creationId="{EEEB8A34-D7A8-11C4-E5E1-046CE83DDEC3}"/>
          </ac:picMkLst>
        </pc:picChg>
        <pc:picChg chg="add mod">
          <ac:chgData name="Samruddhi Jane" userId="8492f19dd171d381" providerId="LiveId" clId="{54FD0AE3-376D-4355-A2CA-BE5FC131AED4}" dt="2026-07-01T21:32:44.072" v="973" actId="1076"/>
          <ac:picMkLst>
            <pc:docMk/>
            <pc:sldMk cId="891504608" sldId="260"/>
            <ac:picMk id="35" creationId="{BE6241BD-F24D-988E-8F49-2E245F340F34}"/>
          </ac:picMkLst>
        </pc:picChg>
        <pc:picChg chg="add del mod">
          <ac:chgData name="Samruddhi Jane" userId="8492f19dd171d381" providerId="LiveId" clId="{54FD0AE3-376D-4355-A2CA-BE5FC131AED4}" dt="2026-07-01T21:35:59.690" v="988" actId="21"/>
          <ac:picMkLst>
            <pc:docMk/>
            <pc:sldMk cId="891504608" sldId="260"/>
            <ac:picMk id="38" creationId="{F04546E1-F14B-47D5-BDF4-07B302FA7F49}"/>
          </ac:picMkLst>
        </pc:picChg>
        <pc:picChg chg="add mod">
          <ac:chgData name="Samruddhi Jane" userId="8492f19dd171d381" providerId="LiveId" clId="{54FD0AE3-376D-4355-A2CA-BE5FC131AED4}" dt="2026-07-01T21:37:57.731" v="1000" actId="1076"/>
          <ac:picMkLst>
            <pc:docMk/>
            <pc:sldMk cId="891504608" sldId="260"/>
            <ac:picMk id="41" creationId="{C96D2A31-41C4-AE3F-C470-D661B09A7F75}"/>
          </ac:picMkLst>
        </pc:picChg>
        <pc:picChg chg="add del mod">
          <ac:chgData name="Samruddhi Jane" userId="8492f19dd171d381" providerId="LiveId" clId="{54FD0AE3-376D-4355-A2CA-BE5FC131AED4}" dt="2026-07-01T21:40:15.455" v="1005" actId="21"/>
          <ac:picMkLst>
            <pc:docMk/>
            <pc:sldMk cId="891504608" sldId="260"/>
            <ac:picMk id="43" creationId="{11A7ABF4-82A8-5E40-C07B-37AD9EC3BEE2}"/>
          </ac:picMkLst>
        </pc:picChg>
        <pc:picChg chg="add del mod">
          <ac:chgData name="Samruddhi Jane" userId="8492f19dd171d381" providerId="LiveId" clId="{54FD0AE3-376D-4355-A2CA-BE5FC131AED4}" dt="2026-07-01T21:40:15.455" v="1005" actId="21"/>
          <ac:picMkLst>
            <pc:docMk/>
            <pc:sldMk cId="891504608" sldId="260"/>
            <ac:picMk id="45" creationId="{5470FCC9-B0CA-E55E-2572-2D5744320551}"/>
          </ac:picMkLst>
        </pc:picChg>
        <pc:cxnChg chg="add del mod">
          <ac:chgData name="Samruddhi Jane" userId="8492f19dd171d381" providerId="LiveId" clId="{54FD0AE3-376D-4355-A2CA-BE5FC131AED4}" dt="2026-07-01T21:22:11.854" v="928" actId="478"/>
          <ac:cxnSpMkLst>
            <pc:docMk/>
            <pc:sldMk cId="891504608" sldId="260"/>
            <ac:cxnSpMk id="11" creationId="{508731B8-984B-53C1-EE90-03C5E2986EA1}"/>
          </ac:cxnSpMkLst>
        </pc:cxnChg>
        <pc:cxnChg chg="add del">
          <ac:chgData name="Samruddhi Jane" userId="8492f19dd171d381" providerId="LiveId" clId="{54FD0AE3-376D-4355-A2CA-BE5FC131AED4}" dt="2026-07-01T21:21:00.844" v="923" actId="478"/>
          <ac:cxnSpMkLst>
            <pc:docMk/>
            <pc:sldMk cId="891504608" sldId="260"/>
            <ac:cxnSpMk id="14" creationId="{5445CE39-0A2B-55AE-0833-57ECBEFB942D}"/>
          </ac:cxnSpMkLst>
        </pc:cxnChg>
        <pc:cxnChg chg="add mod">
          <ac:chgData name="Samruddhi Jane" userId="8492f19dd171d381" providerId="LiveId" clId="{54FD0AE3-376D-4355-A2CA-BE5FC131AED4}" dt="2026-07-01T21:23:08.448" v="932" actId="208"/>
          <ac:cxnSpMkLst>
            <pc:docMk/>
            <pc:sldMk cId="891504608" sldId="260"/>
            <ac:cxnSpMk id="16" creationId="{84BD217C-3F80-2F1F-117D-7968740E65F0}"/>
          </ac:cxnSpMkLst>
        </pc:cxnChg>
        <pc:cxnChg chg="add mod">
          <ac:chgData name="Samruddhi Jane" userId="8492f19dd171d381" providerId="LiveId" clId="{54FD0AE3-376D-4355-A2CA-BE5FC131AED4}" dt="2026-07-01T21:25:22.523" v="944" actId="14100"/>
          <ac:cxnSpMkLst>
            <pc:docMk/>
            <pc:sldMk cId="891504608" sldId="260"/>
            <ac:cxnSpMk id="20" creationId="{902558C0-E764-01DC-8B27-EB86E442C2B8}"/>
          </ac:cxnSpMkLst>
        </pc:cxnChg>
        <pc:cxnChg chg="add mod">
          <ac:chgData name="Samruddhi Jane" userId="8492f19dd171d381" providerId="LiveId" clId="{54FD0AE3-376D-4355-A2CA-BE5FC131AED4}" dt="2026-07-01T21:24:48.290" v="941" actId="14100"/>
          <ac:cxnSpMkLst>
            <pc:docMk/>
            <pc:sldMk cId="891504608" sldId="260"/>
            <ac:cxnSpMk id="23" creationId="{A40DCAFC-1F73-C526-5653-37DDD21EE475}"/>
          </ac:cxnSpMkLst>
        </pc:cxnChg>
      </pc:sldChg>
      <pc:sldChg chg="addSp delSp modSp new del mod modClrScheme chgLayout">
        <pc:chgData name="Samruddhi Jane" userId="8492f19dd171d381" providerId="LiveId" clId="{54FD0AE3-376D-4355-A2CA-BE5FC131AED4}" dt="2026-07-01T18:37:28.265" v="282" actId="2696"/>
        <pc:sldMkLst>
          <pc:docMk/>
          <pc:sldMk cId="1019116531" sldId="261"/>
        </pc:sldMkLst>
        <pc:spChg chg="del">
          <ac:chgData name="Samruddhi Jane" userId="8492f19dd171d381" providerId="LiveId" clId="{54FD0AE3-376D-4355-A2CA-BE5FC131AED4}" dt="2026-07-01T15:49:25.101" v="225" actId="6264"/>
          <ac:spMkLst>
            <pc:docMk/>
            <pc:sldMk cId="1019116531" sldId="261"/>
            <ac:spMk id="2" creationId="{792FD272-5216-5D16-A4CB-79B3683BF3DC}"/>
          </ac:spMkLst>
        </pc:spChg>
        <pc:spChg chg="del">
          <ac:chgData name="Samruddhi Jane" userId="8492f19dd171d381" providerId="LiveId" clId="{54FD0AE3-376D-4355-A2CA-BE5FC131AED4}" dt="2026-07-01T15:49:25.101" v="225" actId="6264"/>
          <ac:spMkLst>
            <pc:docMk/>
            <pc:sldMk cId="1019116531" sldId="261"/>
            <ac:spMk id="3" creationId="{361DAAE7-8648-FD53-94FF-D6EAFFBCAD39}"/>
          </ac:spMkLst>
        </pc:spChg>
        <pc:spChg chg="del">
          <ac:chgData name="Samruddhi Jane" userId="8492f19dd171d381" providerId="LiveId" clId="{54FD0AE3-376D-4355-A2CA-BE5FC131AED4}" dt="2026-07-01T15:49:25.101" v="225" actId="6264"/>
          <ac:spMkLst>
            <pc:docMk/>
            <pc:sldMk cId="1019116531" sldId="261"/>
            <ac:spMk id="5" creationId="{7F107A8A-6E12-EF6F-41C5-CABA4243A2AB}"/>
          </ac:spMkLst>
        </pc:spChg>
        <pc:spChg chg="del">
          <ac:chgData name="Samruddhi Jane" userId="8492f19dd171d381" providerId="LiveId" clId="{54FD0AE3-376D-4355-A2CA-BE5FC131AED4}" dt="2026-07-01T15:49:25.101" v="225" actId="6264"/>
          <ac:spMkLst>
            <pc:docMk/>
            <pc:sldMk cId="1019116531" sldId="261"/>
            <ac:spMk id="6" creationId="{2BCE12EE-B57A-797A-69FA-6F7428C69A49}"/>
          </ac:spMkLst>
        </pc:spChg>
        <pc:spChg chg="del">
          <ac:chgData name="Samruddhi Jane" userId="8492f19dd171d381" providerId="LiveId" clId="{54FD0AE3-376D-4355-A2CA-BE5FC131AED4}" dt="2026-07-01T15:49:25.101" v="225" actId="6264"/>
          <ac:spMkLst>
            <pc:docMk/>
            <pc:sldMk cId="1019116531" sldId="261"/>
            <ac:spMk id="8" creationId="{AB93AA3A-28DB-2229-664F-6B2A5B30E6FE}"/>
          </ac:spMkLst>
        </pc:spChg>
        <pc:spChg chg="add del mod ord">
          <ac:chgData name="Samruddhi Jane" userId="8492f19dd171d381" providerId="LiveId" clId="{54FD0AE3-376D-4355-A2CA-BE5FC131AED4}" dt="2026-07-01T15:49:29.816" v="226" actId="6264"/>
          <ac:spMkLst>
            <pc:docMk/>
            <pc:sldMk cId="1019116531" sldId="261"/>
            <ac:spMk id="10" creationId="{F831899F-6763-5409-81AB-5764913E1403}"/>
          </ac:spMkLst>
        </pc:spChg>
        <pc:spChg chg="del">
          <ac:chgData name="Samruddhi Jane" userId="8492f19dd171d381" providerId="LiveId" clId="{54FD0AE3-376D-4355-A2CA-BE5FC131AED4}" dt="2026-07-01T15:49:29.816" v="226" actId="6264"/>
          <ac:spMkLst>
            <pc:docMk/>
            <pc:sldMk cId="1019116531" sldId="261"/>
            <ac:spMk id="11" creationId="{29BEB292-A572-8A72-0F22-BB0D1885E87C}"/>
          </ac:spMkLst>
        </pc:spChg>
        <pc:spChg chg="add del mod ord">
          <ac:chgData name="Samruddhi Jane" userId="8492f19dd171d381" providerId="LiveId" clId="{54FD0AE3-376D-4355-A2CA-BE5FC131AED4}" dt="2026-07-01T15:49:29.816" v="226" actId="6264"/>
          <ac:spMkLst>
            <pc:docMk/>
            <pc:sldMk cId="1019116531" sldId="261"/>
            <ac:spMk id="12" creationId="{79782FE9-09D0-1F1C-6862-D77107D51A18}"/>
          </ac:spMkLst>
        </pc:spChg>
        <pc:spChg chg="add del mod ord">
          <ac:chgData name="Samruddhi Jane" userId="8492f19dd171d381" providerId="LiveId" clId="{54FD0AE3-376D-4355-A2CA-BE5FC131AED4}" dt="2026-07-01T15:49:29.816" v="226" actId="6264"/>
          <ac:spMkLst>
            <pc:docMk/>
            <pc:sldMk cId="1019116531" sldId="261"/>
            <ac:spMk id="13" creationId="{573CCA84-6267-C2B6-6F5D-95645B041E16}"/>
          </ac:spMkLst>
        </pc:spChg>
        <pc:spChg chg="add del mod ord">
          <ac:chgData name="Samruddhi Jane" userId="8492f19dd171d381" providerId="LiveId" clId="{54FD0AE3-376D-4355-A2CA-BE5FC131AED4}" dt="2026-07-01T15:49:29.816" v="226" actId="6264"/>
          <ac:spMkLst>
            <pc:docMk/>
            <pc:sldMk cId="1019116531" sldId="261"/>
            <ac:spMk id="14" creationId="{4FA1B11C-1952-2A73-25C5-D0E1AC3374E1}"/>
          </ac:spMkLst>
        </pc:spChg>
        <pc:spChg chg="add del mod ord">
          <ac:chgData name="Samruddhi Jane" userId="8492f19dd171d381" providerId="LiveId" clId="{54FD0AE3-376D-4355-A2CA-BE5FC131AED4}" dt="2026-07-01T15:49:29.816" v="226" actId="6264"/>
          <ac:spMkLst>
            <pc:docMk/>
            <pc:sldMk cId="1019116531" sldId="261"/>
            <ac:spMk id="15" creationId="{5A872F49-7FC3-F201-E38D-62123AABE0AC}"/>
          </ac:spMkLst>
        </pc:spChg>
        <pc:spChg chg="add del mod ord">
          <ac:chgData name="Samruddhi Jane" userId="8492f19dd171d381" providerId="LiveId" clId="{54FD0AE3-376D-4355-A2CA-BE5FC131AED4}" dt="2026-07-01T15:49:36.536" v="227" actId="700"/>
          <ac:spMkLst>
            <pc:docMk/>
            <pc:sldMk cId="1019116531" sldId="261"/>
            <ac:spMk id="16" creationId="{74A51515-D812-5187-A13C-A0BB26DD6305}"/>
          </ac:spMkLst>
        </pc:spChg>
        <pc:spChg chg="add del mod ord">
          <ac:chgData name="Samruddhi Jane" userId="8492f19dd171d381" providerId="LiveId" clId="{54FD0AE3-376D-4355-A2CA-BE5FC131AED4}" dt="2026-07-01T15:49:36.536" v="227" actId="700"/>
          <ac:spMkLst>
            <pc:docMk/>
            <pc:sldMk cId="1019116531" sldId="261"/>
            <ac:spMk id="17" creationId="{22957196-3AE0-57BB-13D0-1E70E145D272}"/>
          </ac:spMkLst>
        </pc:spChg>
        <pc:spChg chg="add del mod ord">
          <ac:chgData name="Samruddhi Jane" userId="8492f19dd171d381" providerId="LiveId" clId="{54FD0AE3-376D-4355-A2CA-BE5FC131AED4}" dt="2026-07-01T15:49:36.536" v="227" actId="700"/>
          <ac:spMkLst>
            <pc:docMk/>
            <pc:sldMk cId="1019116531" sldId="261"/>
            <ac:spMk id="18" creationId="{432D0522-D568-9D4C-9BD9-0C9E2148F51D}"/>
          </ac:spMkLst>
        </pc:spChg>
        <pc:spChg chg="del">
          <ac:chgData name="Samruddhi Jane" userId="8492f19dd171d381" providerId="LiveId" clId="{54FD0AE3-376D-4355-A2CA-BE5FC131AED4}" dt="2026-07-01T15:49:36.536" v="227" actId="700"/>
          <ac:spMkLst>
            <pc:docMk/>
            <pc:sldMk cId="1019116531" sldId="261"/>
            <ac:spMk id="19" creationId="{37755C59-7D6B-A798-1E33-C84FF01CD879}"/>
          </ac:spMkLst>
        </pc:spChg>
        <pc:spChg chg="del">
          <ac:chgData name="Samruddhi Jane" userId="8492f19dd171d381" providerId="LiveId" clId="{54FD0AE3-376D-4355-A2CA-BE5FC131AED4}" dt="2026-07-01T15:49:36.536" v="227" actId="700"/>
          <ac:spMkLst>
            <pc:docMk/>
            <pc:sldMk cId="1019116531" sldId="261"/>
            <ac:spMk id="20" creationId="{48B9BE2F-9244-B9F0-D714-6DAE685F99A8}"/>
          </ac:spMkLst>
        </pc:spChg>
        <pc:spChg chg="add del mod ord">
          <ac:chgData name="Samruddhi Jane" userId="8492f19dd171d381" providerId="LiveId" clId="{54FD0AE3-376D-4355-A2CA-BE5FC131AED4}" dt="2026-07-01T15:49:36.536" v="227" actId="700"/>
          <ac:spMkLst>
            <pc:docMk/>
            <pc:sldMk cId="1019116531" sldId="261"/>
            <ac:spMk id="21" creationId="{6EED0668-2127-E44F-39A6-6843339BB92F}"/>
          </ac:spMkLst>
        </pc:spChg>
        <pc:spChg chg="del">
          <ac:chgData name="Samruddhi Jane" userId="8492f19dd171d381" providerId="LiveId" clId="{54FD0AE3-376D-4355-A2CA-BE5FC131AED4}" dt="2026-07-01T15:49:36.536" v="227" actId="700"/>
          <ac:spMkLst>
            <pc:docMk/>
            <pc:sldMk cId="1019116531" sldId="261"/>
            <ac:spMk id="22" creationId="{ED46B655-9E52-8F6C-09E1-691AECD00148}"/>
          </ac:spMkLst>
        </pc:spChg>
        <pc:spChg chg="add mod">
          <ac:chgData name="Samruddhi Jane" userId="8492f19dd171d381" providerId="LiveId" clId="{54FD0AE3-376D-4355-A2CA-BE5FC131AED4}" dt="2026-07-01T18:36:59.686" v="281" actId="20577"/>
          <ac:spMkLst>
            <pc:docMk/>
            <pc:sldMk cId="1019116531" sldId="261"/>
            <ac:spMk id="23" creationId="{CBF1AED6-6CBD-D1F4-A9EF-F84872DEE4E4}"/>
          </ac:spMkLst>
        </pc:spChg>
      </pc:sldChg>
      <pc:sldChg chg="addSp modSp add mod modClrScheme chgLayout">
        <pc:chgData name="Samruddhi Jane" userId="8492f19dd171d381" providerId="LiveId" clId="{54FD0AE3-376D-4355-A2CA-BE5FC131AED4}" dt="2026-07-01T21:57:23.729" v="1135" actId="255"/>
        <pc:sldMkLst>
          <pc:docMk/>
          <pc:sldMk cId="2910155281" sldId="262"/>
        </pc:sldMkLst>
        <pc:spChg chg="add mod">
          <ac:chgData name="Samruddhi Jane" userId="8492f19dd171d381" providerId="LiveId" clId="{54FD0AE3-376D-4355-A2CA-BE5FC131AED4}" dt="2026-07-01T18:39:47.019" v="300" actId="207"/>
          <ac:spMkLst>
            <pc:docMk/>
            <pc:sldMk cId="2910155281" sldId="262"/>
            <ac:spMk id="2" creationId="{FBD97FC7-88B9-8FBA-070A-6B88FBF09717}"/>
          </ac:spMkLst>
        </pc:spChg>
        <pc:spChg chg="add mod">
          <ac:chgData name="Samruddhi Jane" userId="8492f19dd171d381" providerId="LiveId" clId="{54FD0AE3-376D-4355-A2CA-BE5FC131AED4}" dt="2026-07-01T21:57:23.729" v="1135" actId="255"/>
          <ac:spMkLst>
            <pc:docMk/>
            <pc:sldMk cId="2910155281" sldId="262"/>
            <ac:spMk id="3" creationId="{08BF84B8-8F9E-371D-71D5-B1B7B5AE067A}"/>
          </ac:spMkLst>
        </pc:spChg>
        <pc:spChg chg="add mod">
          <ac:chgData name="Samruddhi Jane" userId="8492f19dd171d381" providerId="LiveId" clId="{54FD0AE3-376D-4355-A2CA-BE5FC131AED4}" dt="2026-07-01T21:56:44.604" v="1134" actId="20577"/>
          <ac:spMkLst>
            <pc:docMk/>
            <pc:sldMk cId="2910155281" sldId="262"/>
            <ac:spMk id="4" creationId="{A36D5B93-1BB5-8DD7-4034-8339500007DE}"/>
          </ac:spMkLst>
        </pc:spChg>
      </pc:sldChg>
      <pc:sldChg chg="addSp modSp new mod">
        <pc:chgData name="Samruddhi Jane" userId="8492f19dd171d381" providerId="LiveId" clId="{54FD0AE3-376D-4355-A2CA-BE5FC131AED4}" dt="2026-07-02T03:55:08.407" v="1347" actId="20577"/>
        <pc:sldMkLst>
          <pc:docMk/>
          <pc:sldMk cId="2737530560" sldId="263"/>
        </pc:sldMkLst>
        <pc:spChg chg="mod">
          <ac:chgData name="Samruddhi Jane" userId="8492f19dd171d381" providerId="LiveId" clId="{54FD0AE3-376D-4355-A2CA-BE5FC131AED4}" dt="2026-07-02T03:55:08.407" v="1347" actId="20577"/>
          <ac:spMkLst>
            <pc:docMk/>
            <pc:sldMk cId="2737530560" sldId="263"/>
            <ac:spMk id="2" creationId="{6B09E375-7758-F5FD-85A2-92C5D1A9FFF2}"/>
          </ac:spMkLst>
        </pc:spChg>
        <pc:spChg chg="mod">
          <ac:chgData name="Samruddhi Jane" userId="8492f19dd171d381" providerId="LiveId" clId="{54FD0AE3-376D-4355-A2CA-BE5FC131AED4}" dt="2026-07-01T21:58:37.584" v="1171" actId="20577"/>
          <ac:spMkLst>
            <pc:docMk/>
            <pc:sldMk cId="2737530560" sldId="263"/>
            <ac:spMk id="3" creationId="{AB20B309-637A-D05C-6CB2-6A4BC2A40D2A}"/>
          </ac:spMkLst>
        </pc:spChg>
        <pc:spChg chg="mod">
          <ac:chgData name="Samruddhi Jane" userId="8492f19dd171d381" providerId="LiveId" clId="{54FD0AE3-376D-4355-A2CA-BE5FC131AED4}" dt="2026-07-01T21:59:12.416" v="1191" actId="20577"/>
          <ac:spMkLst>
            <pc:docMk/>
            <pc:sldMk cId="2737530560" sldId="263"/>
            <ac:spMk id="4" creationId="{7D2A91F6-17A8-A529-B8D1-494BF19F6D2B}"/>
          </ac:spMkLst>
        </pc:spChg>
        <pc:picChg chg="add mod">
          <ac:chgData name="Samruddhi Jane" userId="8492f19dd171d381" providerId="LiveId" clId="{54FD0AE3-376D-4355-A2CA-BE5FC131AED4}" dt="2026-07-02T03:53:16.408" v="1344" actId="1076"/>
          <ac:picMkLst>
            <pc:docMk/>
            <pc:sldMk cId="2737530560" sldId="263"/>
            <ac:picMk id="6" creationId="{30E9A926-E13B-6816-63C6-91ECFE98F3C6}"/>
          </ac:picMkLst>
        </pc:picChg>
      </pc:sldChg>
      <pc:sldChg chg="add del">
        <pc:chgData name="Samruddhi Jane" userId="8492f19dd171d381" providerId="LiveId" clId="{54FD0AE3-376D-4355-A2CA-BE5FC131AED4}" dt="2026-07-01T18:37:32.478" v="283" actId="2696"/>
        <pc:sldMkLst>
          <pc:docMk/>
          <pc:sldMk cId="4224137556" sldId="263"/>
        </pc:sldMkLst>
      </pc:sldChg>
      <pc:sldChg chg="addSp delSp modSp new mod">
        <pc:chgData name="Samruddhi Jane" userId="8492f19dd171d381" providerId="LiveId" clId="{54FD0AE3-376D-4355-A2CA-BE5FC131AED4}" dt="2026-07-02T03:59:14.594" v="1354" actId="1076"/>
        <pc:sldMkLst>
          <pc:docMk/>
          <pc:sldMk cId="2549915263" sldId="264"/>
        </pc:sldMkLst>
        <pc:spChg chg="mod">
          <ac:chgData name="Samruddhi Jane" userId="8492f19dd171d381" providerId="LiveId" clId="{54FD0AE3-376D-4355-A2CA-BE5FC131AED4}" dt="2026-07-01T22:12:39.901" v="1274" actId="20577"/>
          <ac:spMkLst>
            <pc:docMk/>
            <pc:sldMk cId="2549915263" sldId="264"/>
            <ac:spMk id="2" creationId="{80D2DB96-173F-B6B5-E517-4D09D00E9743}"/>
          </ac:spMkLst>
        </pc:spChg>
        <pc:spChg chg="mod">
          <ac:chgData name="Samruddhi Jane" userId="8492f19dd171d381" providerId="LiveId" clId="{54FD0AE3-376D-4355-A2CA-BE5FC131AED4}" dt="2026-07-01T22:13:24.570" v="1291" actId="20577"/>
          <ac:spMkLst>
            <pc:docMk/>
            <pc:sldMk cId="2549915263" sldId="264"/>
            <ac:spMk id="3" creationId="{CFB002EE-A521-6CDF-096C-C2372F0F5C0B}"/>
          </ac:spMkLst>
        </pc:spChg>
        <pc:spChg chg="del">
          <ac:chgData name="Samruddhi Jane" userId="8492f19dd171d381" providerId="LiveId" clId="{54FD0AE3-376D-4355-A2CA-BE5FC131AED4}" dt="2026-07-01T20:02:43.812" v="422" actId="21"/>
          <ac:spMkLst>
            <pc:docMk/>
            <pc:sldMk cId="2549915263" sldId="264"/>
            <ac:spMk id="4" creationId="{DD61D65A-18DE-F091-73E1-1FB3565C876C}"/>
          </ac:spMkLst>
        </pc:spChg>
        <pc:picChg chg="add mod">
          <ac:chgData name="Samruddhi Jane" userId="8492f19dd171d381" providerId="LiveId" clId="{54FD0AE3-376D-4355-A2CA-BE5FC131AED4}" dt="2026-07-02T03:56:00.310" v="1351" actId="1076"/>
          <ac:picMkLst>
            <pc:docMk/>
            <pc:sldMk cId="2549915263" sldId="264"/>
            <ac:picMk id="5" creationId="{2A47A729-C770-3A1E-690A-110DF20F09EF}"/>
          </ac:picMkLst>
        </pc:picChg>
        <pc:picChg chg="add mod">
          <ac:chgData name="Samruddhi Jane" userId="8492f19dd171d381" providerId="LiveId" clId="{54FD0AE3-376D-4355-A2CA-BE5FC131AED4}" dt="2026-07-02T03:59:14.594" v="1354" actId="1076"/>
          <ac:picMkLst>
            <pc:docMk/>
            <pc:sldMk cId="2549915263" sldId="264"/>
            <ac:picMk id="7" creationId="{89EE8B01-0248-1EC9-D894-AFA0AC04EC26}"/>
          </ac:picMkLst>
        </pc:picChg>
      </pc:sldChg>
      <pc:sldChg chg="addSp delSp modSp new mod">
        <pc:chgData name="Samruddhi Jane" userId="8492f19dd171d381" providerId="LiveId" clId="{54FD0AE3-376D-4355-A2CA-BE5FC131AED4}" dt="2026-07-02T04:12:47.808" v="1408" actId="1076"/>
        <pc:sldMkLst>
          <pc:docMk/>
          <pc:sldMk cId="3681678910" sldId="265"/>
        </pc:sldMkLst>
        <pc:spChg chg="mod">
          <ac:chgData name="Samruddhi Jane" userId="8492f19dd171d381" providerId="LiveId" clId="{54FD0AE3-376D-4355-A2CA-BE5FC131AED4}" dt="2026-07-01T22:13:49.286" v="1296" actId="20577"/>
          <ac:spMkLst>
            <pc:docMk/>
            <pc:sldMk cId="3681678910" sldId="265"/>
            <ac:spMk id="2" creationId="{31318101-1FE1-73CC-85DD-443E5EBCBCDE}"/>
          </ac:spMkLst>
        </pc:spChg>
        <pc:spChg chg="mod">
          <ac:chgData name="Samruddhi Jane" userId="8492f19dd171d381" providerId="LiveId" clId="{54FD0AE3-376D-4355-A2CA-BE5FC131AED4}" dt="2026-07-01T22:14:07.201" v="1304" actId="6549"/>
          <ac:spMkLst>
            <pc:docMk/>
            <pc:sldMk cId="3681678910" sldId="265"/>
            <ac:spMk id="3" creationId="{1401AA3C-8AEF-0115-0B72-722157A09B8E}"/>
          </ac:spMkLst>
        </pc:spChg>
        <pc:spChg chg="del">
          <ac:chgData name="Samruddhi Jane" userId="8492f19dd171d381" providerId="LiveId" clId="{54FD0AE3-376D-4355-A2CA-BE5FC131AED4}" dt="2026-07-01T20:04:25.094" v="441" actId="21"/>
          <ac:spMkLst>
            <pc:docMk/>
            <pc:sldMk cId="3681678910" sldId="265"/>
            <ac:spMk id="4" creationId="{EE79A7E6-16E7-D4E4-AA26-AF10D733B10E}"/>
          </ac:spMkLst>
        </pc:spChg>
        <pc:spChg chg="add del mod">
          <ac:chgData name="Samruddhi Jane" userId="8492f19dd171d381" providerId="LiveId" clId="{54FD0AE3-376D-4355-A2CA-BE5FC131AED4}" dt="2026-07-02T04:03:54.089" v="1359" actId="21"/>
          <ac:spMkLst>
            <pc:docMk/>
            <pc:sldMk cId="3681678910" sldId="265"/>
            <ac:spMk id="7" creationId="{348EE515-F842-2960-101E-EC44B219C3E2}"/>
          </ac:spMkLst>
        </pc:spChg>
        <pc:spChg chg="add del mod">
          <ac:chgData name="Samruddhi Jane" userId="8492f19dd171d381" providerId="LiveId" clId="{54FD0AE3-376D-4355-A2CA-BE5FC131AED4}" dt="2026-07-02T04:05:48.689" v="1370" actId="21"/>
          <ac:spMkLst>
            <pc:docMk/>
            <pc:sldMk cId="3681678910" sldId="265"/>
            <ac:spMk id="10" creationId="{74C5120B-32D5-C1C6-C328-0A21383330F4}"/>
          </ac:spMkLst>
        </pc:spChg>
        <pc:spChg chg="add del mod">
          <ac:chgData name="Samruddhi Jane" userId="8492f19dd171d381" providerId="LiveId" clId="{54FD0AE3-376D-4355-A2CA-BE5FC131AED4}" dt="2026-07-02T04:07:17.749" v="1381" actId="21"/>
          <ac:spMkLst>
            <pc:docMk/>
            <pc:sldMk cId="3681678910" sldId="265"/>
            <ac:spMk id="13" creationId="{1D16B7DF-8262-3594-44FD-1562B2C0FB69}"/>
          </ac:spMkLst>
        </pc:spChg>
        <pc:spChg chg="add del mod">
          <ac:chgData name="Samruddhi Jane" userId="8492f19dd171d381" providerId="LiveId" clId="{54FD0AE3-376D-4355-A2CA-BE5FC131AED4}" dt="2026-07-02T04:08:55.370" v="1389" actId="21"/>
          <ac:spMkLst>
            <pc:docMk/>
            <pc:sldMk cId="3681678910" sldId="265"/>
            <ac:spMk id="16" creationId="{A7FD40FA-BB48-1154-6537-C8AD1F222356}"/>
          </ac:spMkLst>
        </pc:spChg>
        <pc:picChg chg="add mod">
          <ac:chgData name="Samruddhi Jane" userId="8492f19dd171d381" providerId="LiveId" clId="{54FD0AE3-376D-4355-A2CA-BE5FC131AED4}" dt="2026-07-02T04:06:20.690" v="1375" actId="1076"/>
          <ac:picMkLst>
            <pc:docMk/>
            <pc:sldMk cId="3681678910" sldId="265"/>
            <ac:picMk id="5" creationId="{3D4CDEF6-626A-80CB-4CA6-6AC53C0EECF7}"/>
          </ac:picMkLst>
        </pc:picChg>
        <pc:picChg chg="add mod">
          <ac:chgData name="Samruddhi Jane" userId="8492f19dd171d381" providerId="LiveId" clId="{54FD0AE3-376D-4355-A2CA-BE5FC131AED4}" dt="2026-07-01T22:14:59.370" v="1306" actId="1076"/>
          <ac:picMkLst>
            <pc:docMk/>
            <pc:sldMk cId="3681678910" sldId="265"/>
            <ac:picMk id="6" creationId="{6E90FF7D-310D-659D-6F03-0E38B39B00ED}"/>
          </ac:picMkLst>
        </pc:picChg>
        <pc:picChg chg="add del mod">
          <ac:chgData name="Samruddhi Jane" userId="8492f19dd171d381" providerId="LiveId" clId="{54FD0AE3-376D-4355-A2CA-BE5FC131AED4}" dt="2026-07-02T04:09:24.570" v="1394" actId="1076"/>
          <ac:picMkLst>
            <pc:docMk/>
            <pc:sldMk cId="3681678910" sldId="265"/>
            <ac:picMk id="9" creationId="{C340F7EA-C342-96F9-AFED-FB4D04A63952}"/>
          </ac:picMkLst>
        </pc:picChg>
        <pc:picChg chg="add mod">
          <ac:chgData name="Samruddhi Jane" userId="8492f19dd171d381" providerId="LiveId" clId="{54FD0AE3-376D-4355-A2CA-BE5FC131AED4}" dt="2026-07-02T04:09:07.118" v="1391" actId="1076"/>
          <ac:picMkLst>
            <pc:docMk/>
            <pc:sldMk cId="3681678910" sldId="265"/>
            <ac:picMk id="12" creationId="{E9AE780A-6E17-6041-F21F-5DCE2EF58C9E}"/>
          </ac:picMkLst>
        </pc:picChg>
        <pc:picChg chg="add mod">
          <ac:chgData name="Samruddhi Jane" userId="8492f19dd171d381" providerId="LiveId" clId="{54FD0AE3-376D-4355-A2CA-BE5FC131AED4}" dt="2026-07-02T04:09:20.729" v="1393" actId="1076"/>
          <ac:picMkLst>
            <pc:docMk/>
            <pc:sldMk cId="3681678910" sldId="265"/>
            <ac:picMk id="15" creationId="{4F1897CD-8127-CB17-7270-472611610A47}"/>
          </ac:picMkLst>
        </pc:picChg>
        <pc:cxnChg chg="add mod">
          <ac:chgData name="Samruddhi Jane" userId="8492f19dd171d381" providerId="LiveId" clId="{54FD0AE3-376D-4355-A2CA-BE5FC131AED4}" dt="2026-07-02T04:10:16.896" v="1397" actId="208"/>
          <ac:cxnSpMkLst>
            <pc:docMk/>
            <pc:sldMk cId="3681678910" sldId="265"/>
            <ac:cxnSpMk id="18" creationId="{601D284A-3635-86FA-C007-C6A0BBC13E67}"/>
          </ac:cxnSpMkLst>
        </pc:cxnChg>
        <pc:cxnChg chg="add mod">
          <ac:chgData name="Samruddhi Jane" userId="8492f19dd171d381" providerId="LiveId" clId="{54FD0AE3-376D-4355-A2CA-BE5FC131AED4}" dt="2026-07-02T04:10:58.702" v="1400" actId="208"/>
          <ac:cxnSpMkLst>
            <pc:docMk/>
            <pc:sldMk cId="3681678910" sldId="265"/>
            <ac:cxnSpMk id="21" creationId="{6E8B028A-70FD-133B-5322-BB9D5E99C5CD}"/>
          </ac:cxnSpMkLst>
        </pc:cxnChg>
        <pc:cxnChg chg="add mod">
          <ac:chgData name="Samruddhi Jane" userId="8492f19dd171d381" providerId="LiveId" clId="{54FD0AE3-376D-4355-A2CA-BE5FC131AED4}" dt="2026-07-02T04:11:36.108" v="1403" actId="208"/>
          <ac:cxnSpMkLst>
            <pc:docMk/>
            <pc:sldMk cId="3681678910" sldId="265"/>
            <ac:cxnSpMk id="24" creationId="{8ECCD6FD-6C92-0702-B0B4-03E1A5E8D713}"/>
          </ac:cxnSpMkLst>
        </pc:cxnChg>
        <pc:cxnChg chg="add mod">
          <ac:chgData name="Samruddhi Jane" userId="8492f19dd171d381" providerId="LiveId" clId="{54FD0AE3-376D-4355-A2CA-BE5FC131AED4}" dt="2026-07-02T04:12:47.808" v="1408" actId="1076"/>
          <ac:cxnSpMkLst>
            <pc:docMk/>
            <pc:sldMk cId="3681678910" sldId="265"/>
            <ac:cxnSpMk id="26" creationId="{280339CC-99D2-EA75-D49B-CC574499EC9A}"/>
          </ac:cxnSpMkLst>
        </pc:cxnChg>
      </pc:sldChg>
      <pc:sldChg chg="addSp delSp modSp new mod">
        <pc:chgData name="Samruddhi Jane" userId="8492f19dd171d381" providerId="LiveId" clId="{54FD0AE3-376D-4355-A2CA-BE5FC131AED4}" dt="2026-07-02T04:13:12.785" v="1411" actId="1036"/>
        <pc:sldMkLst>
          <pc:docMk/>
          <pc:sldMk cId="3722297324" sldId="266"/>
        </pc:sldMkLst>
        <pc:spChg chg="mod">
          <ac:chgData name="Samruddhi Jane" userId="8492f19dd171d381" providerId="LiveId" clId="{54FD0AE3-376D-4355-A2CA-BE5FC131AED4}" dt="2026-07-01T20:24:04.539" v="463" actId="20577"/>
          <ac:spMkLst>
            <pc:docMk/>
            <pc:sldMk cId="3722297324" sldId="266"/>
            <ac:spMk id="2" creationId="{DBCEEC93-B3FE-B77A-1EF2-781F4C6F5A5E}"/>
          </ac:spMkLst>
        </pc:spChg>
        <pc:spChg chg="mod">
          <ac:chgData name="Samruddhi Jane" userId="8492f19dd171d381" providerId="LiveId" clId="{54FD0AE3-376D-4355-A2CA-BE5FC131AED4}" dt="2026-07-01T22:04:13.553" v="1228" actId="14100"/>
          <ac:spMkLst>
            <pc:docMk/>
            <pc:sldMk cId="3722297324" sldId="266"/>
            <ac:spMk id="3" creationId="{225004FB-4981-CFAB-135F-5D052A938A2C}"/>
          </ac:spMkLst>
        </pc:spChg>
        <pc:spChg chg="mod">
          <ac:chgData name="Samruddhi Jane" userId="8492f19dd171d381" providerId="LiveId" clId="{54FD0AE3-376D-4355-A2CA-BE5FC131AED4}" dt="2026-07-01T22:03:48.664" v="1224" actId="255"/>
          <ac:spMkLst>
            <pc:docMk/>
            <pc:sldMk cId="3722297324" sldId="266"/>
            <ac:spMk id="4" creationId="{E910ACA5-2246-ABED-BDF0-28FE2CAF045F}"/>
          </ac:spMkLst>
        </pc:spChg>
        <pc:spChg chg="add del">
          <ac:chgData name="Samruddhi Jane" userId="8492f19dd171d381" providerId="LiveId" clId="{54FD0AE3-376D-4355-A2CA-BE5FC131AED4}" dt="2026-07-01T22:02:13.023" v="1221" actId="11529"/>
          <ac:spMkLst>
            <pc:docMk/>
            <pc:sldMk cId="3722297324" sldId="266"/>
            <ac:spMk id="7" creationId="{D7DD6A54-8448-260F-BCD6-B1CC2CAEAE5B}"/>
          </ac:spMkLst>
        </pc:spChg>
        <pc:spChg chg="add del">
          <ac:chgData name="Samruddhi Jane" userId="8492f19dd171d381" providerId="LiveId" clId="{54FD0AE3-376D-4355-A2CA-BE5FC131AED4}" dt="2026-07-01T22:03:40.114" v="1223" actId="21"/>
          <ac:spMkLst>
            <pc:docMk/>
            <pc:sldMk cId="3722297324" sldId="266"/>
            <ac:spMk id="8" creationId="{BC8C2EDB-0A4A-7FC7-8BC1-3F483B5FFEF3}"/>
          </ac:spMkLst>
        </pc:spChg>
        <pc:picChg chg="add mod">
          <ac:chgData name="Samruddhi Jane" userId="8492f19dd171d381" providerId="LiveId" clId="{54FD0AE3-376D-4355-A2CA-BE5FC131AED4}" dt="2026-07-01T22:04:21.301" v="1229" actId="1076"/>
          <ac:picMkLst>
            <pc:docMk/>
            <pc:sldMk cId="3722297324" sldId="266"/>
            <ac:picMk id="6" creationId="{70BC5D93-E0FE-57E9-04C0-5FC08045F9DD}"/>
          </ac:picMkLst>
        </pc:picChg>
        <pc:picChg chg="add del mod">
          <ac:chgData name="Samruddhi Jane" userId="8492f19dd171d381" providerId="LiveId" clId="{54FD0AE3-376D-4355-A2CA-BE5FC131AED4}" dt="2026-07-01T22:05:36.650" v="1231" actId="21"/>
          <ac:picMkLst>
            <pc:docMk/>
            <pc:sldMk cId="3722297324" sldId="266"/>
            <ac:picMk id="10" creationId="{170242A0-6690-3A95-8522-778FB01EE5C1}"/>
          </ac:picMkLst>
        </pc:picChg>
        <pc:picChg chg="add del mod">
          <ac:chgData name="Samruddhi Jane" userId="8492f19dd171d381" providerId="LiveId" clId="{54FD0AE3-376D-4355-A2CA-BE5FC131AED4}" dt="2026-07-01T22:05:36.650" v="1231" actId="21"/>
          <ac:picMkLst>
            <pc:docMk/>
            <pc:sldMk cId="3722297324" sldId="266"/>
            <ac:picMk id="12" creationId="{BF0840CE-7A0C-D15C-7BE5-942752DE485B}"/>
          </ac:picMkLst>
        </pc:picChg>
        <pc:picChg chg="add mod">
          <ac:chgData name="Samruddhi Jane" userId="8492f19dd171d381" providerId="LiveId" clId="{54FD0AE3-376D-4355-A2CA-BE5FC131AED4}" dt="2026-07-01T22:06:05.079" v="1234" actId="1076"/>
          <ac:picMkLst>
            <pc:docMk/>
            <pc:sldMk cId="3722297324" sldId="266"/>
            <ac:picMk id="14" creationId="{9C8D5798-21F3-0E70-6543-0F4D8195B076}"/>
          </ac:picMkLst>
        </pc:picChg>
        <pc:picChg chg="add del mod">
          <ac:chgData name="Samruddhi Jane" userId="8492f19dd171d381" providerId="LiveId" clId="{54FD0AE3-376D-4355-A2CA-BE5FC131AED4}" dt="2026-07-01T22:07:02.212" v="1239" actId="21"/>
          <ac:picMkLst>
            <pc:docMk/>
            <pc:sldMk cId="3722297324" sldId="266"/>
            <ac:picMk id="16" creationId="{E2604282-CE2E-674F-37D9-392AA70E0BA4}"/>
          </ac:picMkLst>
        </pc:picChg>
        <pc:picChg chg="add mod">
          <ac:chgData name="Samruddhi Jane" userId="8492f19dd171d381" providerId="LiveId" clId="{54FD0AE3-376D-4355-A2CA-BE5FC131AED4}" dt="2026-07-02T04:13:12.785" v="1411" actId="1036"/>
          <ac:picMkLst>
            <pc:docMk/>
            <pc:sldMk cId="3722297324" sldId="266"/>
            <ac:picMk id="18" creationId="{7AF0FDFF-7C26-AEF4-3615-474E28C2FF80}"/>
          </ac:picMkLst>
        </pc:picChg>
        <pc:picChg chg="add del mod">
          <ac:chgData name="Samruddhi Jane" userId="8492f19dd171d381" providerId="LiveId" clId="{54FD0AE3-376D-4355-A2CA-BE5FC131AED4}" dt="2026-07-01T22:09:22.702" v="1252" actId="21"/>
          <ac:picMkLst>
            <pc:docMk/>
            <pc:sldMk cId="3722297324" sldId="266"/>
            <ac:picMk id="20" creationId="{87D0402D-EC23-DF78-C10A-2E95F4A1D21A}"/>
          </ac:picMkLst>
        </pc:picChg>
        <pc:picChg chg="add del mod">
          <ac:chgData name="Samruddhi Jane" userId="8492f19dd171d381" providerId="LiveId" clId="{54FD0AE3-376D-4355-A2CA-BE5FC131AED4}" dt="2026-07-02T04:13:06.174" v="1409" actId="21"/>
          <ac:picMkLst>
            <pc:docMk/>
            <pc:sldMk cId="3722297324" sldId="266"/>
            <ac:picMk id="22" creationId="{056B772A-5E96-D7C4-0F5D-9459CC9BAA81}"/>
          </ac:picMkLst>
        </pc:picChg>
      </pc:sldChg>
      <pc:sldChg chg="addSp delSp modSp new del mod setBg chgLayout">
        <pc:chgData name="Samruddhi Jane" userId="8492f19dd171d381" providerId="LiveId" clId="{54FD0AE3-376D-4355-A2CA-BE5FC131AED4}" dt="2026-07-01T20:41:22.054" v="749" actId="680"/>
        <pc:sldMkLst>
          <pc:docMk/>
          <pc:sldMk cId="282138393" sldId="267"/>
        </pc:sldMkLst>
        <pc:spChg chg="add del">
          <ac:chgData name="Samruddhi Jane" userId="8492f19dd171d381" providerId="LiveId" clId="{54FD0AE3-376D-4355-A2CA-BE5FC131AED4}" dt="2026-07-01T20:41:21.326" v="748" actId="6264"/>
          <ac:spMkLst>
            <pc:docMk/>
            <pc:sldMk cId="282138393" sldId="267"/>
            <ac:spMk id="2" creationId="{93C0438C-B150-374C-41A4-5B4BFC7538F6}"/>
          </ac:spMkLst>
        </pc:spChg>
        <pc:spChg chg="add del">
          <ac:chgData name="Samruddhi Jane" userId="8492f19dd171d381" providerId="LiveId" clId="{54FD0AE3-376D-4355-A2CA-BE5FC131AED4}" dt="2026-07-01T20:41:21.326" v="748" actId="6264"/>
          <ac:spMkLst>
            <pc:docMk/>
            <pc:sldMk cId="282138393" sldId="267"/>
            <ac:spMk id="3" creationId="{30AE6D49-196B-B1D9-9E87-3BB286720C66}"/>
          </ac:spMkLst>
        </pc:spChg>
        <pc:spChg chg="add del mod ord">
          <ac:chgData name="Samruddhi Jane" userId="8492f19dd171d381" providerId="LiveId" clId="{54FD0AE3-376D-4355-A2CA-BE5FC131AED4}" dt="2026-07-01T20:41:21.326" v="748" actId="6264"/>
          <ac:spMkLst>
            <pc:docMk/>
            <pc:sldMk cId="282138393" sldId="267"/>
            <ac:spMk id="4" creationId="{DBB5BB20-C0A2-ACCC-495E-637C05FF7F12}"/>
          </ac:spMkLst>
        </pc:spChg>
        <pc:spChg chg="add del mod ord">
          <ac:chgData name="Samruddhi Jane" userId="8492f19dd171d381" providerId="LiveId" clId="{54FD0AE3-376D-4355-A2CA-BE5FC131AED4}" dt="2026-07-01T20:41:21.326" v="748" actId="6264"/>
          <ac:spMkLst>
            <pc:docMk/>
            <pc:sldMk cId="282138393" sldId="267"/>
            <ac:spMk id="5" creationId="{609A6E97-245C-13D2-6C9B-2BB4A1D84D72}"/>
          </ac:spMkLst>
        </pc:spChg>
      </pc:sldChg>
      <pc:sldChg chg="modSp new mod modTransition">
        <pc:chgData name="Samruddhi Jane" userId="8492f19dd171d381" providerId="LiveId" clId="{54FD0AE3-376D-4355-A2CA-BE5FC131AED4}" dt="2026-07-01T21:09:51.568" v="859"/>
        <pc:sldMkLst>
          <pc:docMk/>
          <pc:sldMk cId="1147508804" sldId="267"/>
        </pc:sldMkLst>
        <pc:spChg chg="mod">
          <ac:chgData name="Samruddhi Jane" userId="8492f19dd171d381" providerId="LiveId" clId="{54FD0AE3-376D-4355-A2CA-BE5FC131AED4}" dt="2026-07-01T20:43:36.917" v="764" actId="207"/>
          <ac:spMkLst>
            <pc:docMk/>
            <pc:sldMk cId="1147508804" sldId="267"/>
            <ac:spMk id="2" creationId="{99154EB8-CB87-36AA-D5EB-0662578FE586}"/>
          </ac:spMkLst>
        </pc:spChg>
        <pc:spChg chg="mod">
          <ac:chgData name="Samruddhi Jane" userId="8492f19dd171d381" providerId="LiveId" clId="{54FD0AE3-376D-4355-A2CA-BE5FC131AED4}" dt="2026-07-01T21:07:09.278" v="857" actId="113"/>
          <ac:spMkLst>
            <pc:docMk/>
            <pc:sldMk cId="1147508804" sldId="267"/>
            <ac:spMk id="3" creationId="{571A2961-3651-EA5D-56B9-DB096393E217}"/>
          </ac:spMkLst>
        </pc:spChg>
      </pc:sldChg>
      <pc:sldChg chg="addSp delSp modSp new mod">
        <pc:chgData name="Samruddhi Jane" userId="8492f19dd171d381" providerId="LiveId" clId="{54FD0AE3-376D-4355-A2CA-BE5FC131AED4}" dt="2026-07-02T04:14:15.158" v="1420" actId="1076"/>
        <pc:sldMkLst>
          <pc:docMk/>
          <pc:sldMk cId="1287650595" sldId="268"/>
        </pc:sldMkLst>
        <pc:spChg chg="mod">
          <ac:chgData name="Samruddhi Jane" userId="8492f19dd171d381" providerId="LiveId" clId="{54FD0AE3-376D-4355-A2CA-BE5FC131AED4}" dt="2026-07-01T22:18:28.511" v="1333" actId="5793"/>
          <ac:spMkLst>
            <pc:docMk/>
            <pc:sldMk cId="1287650595" sldId="268"/>
            <ac:spMk id="2" creationId="{6FF945D7-66ED-7D9F-1422-712BCFCC6FE7}"/>
          </ac:spMkLst>
        </pc:spChg>
        <pc:spChg chg="del">
          <ac:chgData name="Samruddhi Jane" userId="8492f19dd171d381" providerId="LiveId" clId="{54FD0AE3-376D-4355-A2CA-BE5FC131AED4}" dt="2026-07-01T22:15:30.945" v="1317" actId="21"/>
          <ac:spMkLst>
            <pc:docMk/>
            <pc:sldMk cId="1287650595" sldId="268"/>
            <ac:spMk id="3" creationId="{A56C4782-D79F-C1FA-93BD-3063E01C1B64}"/>
          </ac:spMkLst>
        </pc:spChg>
        <pc:spChg chg="del">
          <ac:chgData name="Samruddhi Jane" userId="8492f19dd171d381" providerId="LiveId" clId="{54FD0AE3-376D-4355-A2CA-BE5FC131AED4}" dt="2026-07-01T22:15:34.401" v="1318" actId="21"/>
          <ac:spMkLst>
            <pc:docMk/>
            <pc:sldMk cId="1287650595" sldId="268"/>
            <ac:spMk id="4" creationId="{2F44CEAE-C541-AAF2-10AC-8ED88451B74A}"/>
          </ac:spMkLst>
        </pc:spChg>
        <pc:picChg chg="add mod">
          <ac:chgData name="Samruddhi Jane" userId="8492f19dd171d381" providerId="LiveId" clId="{54FD0AE3-376D-4355-A2CA-BE5FC131AED4}" dt="2026-07-02T04:13:29.494" v="1413" actId="1076"/>
          <ac:picMkLst>
            <pc:docMk/>
            <pc:sldMk cId="1287650595" sldId="268"/>
            <ac:picMk id="4" creationId="{DD3C8B96-D734-35D6-1F9B-0737FAB53E64}"/>
          </ac:picMkLst>
        </pc:picChg>
        <pc:picChg chg="add mod">
          <ac:chgData name="Samruddhi Jane" userId="8492f19dd171d381" providerId="LiveId" clId="{54FD0AE3-376D-4355-A2CA-BE5FC131AED4}" dt="2026-07-01T22:18:24.460" v="1329" actId="1076"/>
          <ac:picMkLst>
            <pc:docMk/>
            <pc:sldMk cId="1287650595" sldId="268"/>
            <ac:picMk id="6" creationId="{FDF9FF59-7C63-F511-FAD1-B1AE28CB898E}"/>
          </ac:picMkLst>
        </pc:picChg>
        <pc:picChg chg="add mod">
          <ac:chgData name="Samruddhi Jane" userId="8492f19dd171d381" providerId="LiveId" clId="{54FD0AE3-376D-4355-A2CA-BE5FC131AED4}" dt="2026-07-02T04:14:10.715" v="1419" actId="1076"/>
          <ac:picMkLst>
            <pc:docMk/>
            <pc:sldMk cId="1287650595" sldId="268"/>
            <ac:picMk id="7" creationId="{94CACF6C-180D-22B0-A0FA-6676CDF4AB5B}"/>
          </ac:picMkLst>
        </pc:picChg>
        <pc:picChg chg="add mod">
          <ac:chgData name="Samruddhi Jane" userId="8492f19dd171d381" providerId="LiveId" clId="{54FD0AE3-376D-4355-A2CA-BE5FC131AED4}" dt="2026-07-02T04:14:15.158" v="1420" actId="1076"/>
          <ac:picMkLst>
            <pc:docMk/>
            <pc:sldMk cId="1287650595" sldId="268"/>
            <ac:picMk id="9" creationId="{803282CC-5889-712B-333F-9EB8B11A77B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hyperlink" Target="https://www.inteldig.com/seccion/computacion/inteligencia-artificial/" TargetMode="External"/><Relationship Id="rId7" Type="http://schemas.openxmlformats.org/officeDocument/2006/relationships/hyperlink" Target="https://iabac.org/blog/ai-careers-and-essentials-skills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jpg"/><Relationship Id="rId5" Type="http://schemas.openxmlformats.org/officeDocument/2006/relationships/hyperlink" Target="https://www.rawpixel.com/search/study" TargetMode="External"/><Relationship Id="rId4" Type="http://schemas.openxmlformats.org/officeDocument/2006/relationships/image" Target="../media/image9.1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codeminer42.com/database-relationships-explained-from-theory-to-rails-implement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linum.tumblr.com/post/159309522651/emmastudies-weekly-study-schedule-printable" TargetMode="External"/><Relationship Id="rId5" Type="http://schemas.openxmlformats.org/officeDocument/2006/relationships/image" Target="../media/image17.gifv"/><Relationship Id="rId10" Type="http://schemas.openxmlformats.org/officeDocument/2006/relationships/hyperlink" Target="https://www.higheredjobs.com/HigherEdCareers/interviews.cfm?ID=3732" TargetMode="External"/><Relationship Id="rId4" Type="http://schemas.openxmlformats.org/officeDocument/2006/relationships/hyperlink" Target="https://aix.web.tr/buyuk-dil-modeli-llm-nedir/" TargetMode="External"/><Relationship Id="rId9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9DC9BA2-50A7-D3ED-1B27-929DB16F7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Multi-Agent AI Learning Assistant !!!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B2921E-816B-84B1-05A6-B45CDFAA8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6210" y="2379399"/>
            <a:ext cx="4649783" cy="609601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Team Members 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87FE940-13CC-6382-6B08-4270EAFA1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2418" y="2902741"/>
            <a:ext cx="4878391" cy="27178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Member 1: </a:t>
            </a:r>
            <a:r>
              <a:rPr lang="en-US" b="1" dirty="0"/>
              <a:t>Samruddhi Jane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Member 2: </a:t>
            </a:r>
            <a:r>
              <a:rPr lang="en-US" b="1" dirty="0"/>
              <a:t>Suhani Patil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474943-E922-B780-3A56-3F02DD757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67593" y="3447863"/>
            <a:ext cx="4646602" cy="705381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Technology Stack :</a:t>
            </a:r>
            <a:endParaRPr lang="en-US" b="1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E91667D-02DB-13FD-0121-E8ED760A8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38136" y="4261641"/>
            <a:ext cx="4875210" cy="27178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- React</a:t>
            </a:r>
          </a:p>
          <a:p>
            <a:pPr marL="0" indent="0">
              <a:buNone/>
            </a:pPr>
            <a:r>
              <a:rPr lang="en-US" dirty="0"/>
              <a:t>- Node.js</a:t>
            </a:r>
          </a:p>
          <a:p>
            <a:pPr marL="0" indent="0">
              <a:buNone/>
            </a:pPr>
            <a:r>
              <a:rPr lang="en-US" dirty="0"/>
              <a:t>- Express.js</a:t>
            </a:r>
          </a:p>
          <a:p>
            <a:pPr marL="0" indent="0">
              <a:buNone/>
            </a:pPr>
            <a:r>
              <a:rPr lang="en-US" dirty="0"/>
              <a:t>- JavaScript</a:t>
            </a:r>
          </a:p>
          <a:p>
            <a:endParaRPr lang="en-US" dirty="0"/>
          </a:p>
        </p:txBody>
      </p:sp>
      <p:pic>
        <p:nvPicPr>
          <p:cNvPr id="14" name="Graphic 13" descr="Cheers with solid fill">
            <a:extLst>
              <a:ext uri="{FF2B5EF4-FFF2-40B4-BE49-F238E27FC236}">
                <a16:creationId xmlns:a16="http://schemas.microsoft.com/office/drawing/2014/main" id="{2C581289-9CF9-F9C0-C43D-1FEE63094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1810" y="2311397"/>
            <a:ext cx="914400" cy="914400"/>
          </a:xfrm>
          <a:prstGeom prst="rect">
            <a:avLst/>
          </a:prstGeom>
        </p:spPr>
      </p:pic>
      <p:pic>
        <p:nvPicPr>
          <p:cNvPr id="16" name="Graphic 15" descr="Robot with solid fill">
            <a:extLst>
              <a:ext uri="{FF2B5EF4-FFF2-40B4-BE49-F238E27FC236}">
                <a16:creationId xmlns:a16="http://schemas.microsoft.com/office/drawing/2014/main" id="{D88E6D88-BC6A-8DDB-4AF0-385CB5197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7033" y="34478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1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1392-63CA-98B2-E88E-C22648CE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82" y="618517"/>
            <a:ext cx="11128076" cy="3090841"/>
          </a:xfrm>
        </p:spPr>
        <p:txBody>
          <a:bodyPr>
            <a:noAutofit/>
          </a:bodyPr>
          <a:lstStyle/>
          <a:p>
            <a:r>
              <a:rPr lang="en-US" u="sng" cap="none" dirty="0">
                <a:solidFill>
                  <a:srgbClr val="C00000"/>
                </a:solidFill>
              </a:rPr>
              <a:t>Problem</a:t>
            </a:r>
            <a:r>
              <a:rPr lang="en-US" b="1" u="sng" cap="none" dirty="0">
                <a:solidFill>
                  <a:srgbClr val="C00000"/>
                </a:solidFill>
              </a:rPr>
              <a:t> :</a:t>
            </a:r>
            <a:br>
              <a:rPr lang="en-US" cap="none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  <a:t>Students Require Multiple Educational Services Such As</a:t>
            </a:r>
            <a:r>
              <a:rPr lang="en-US" sz="3200" b="1" cap="none" dirty="0">
                <a:solidFill>
                  <a:schemeClr val="bg2">
                    <a:lumMod val="50000"/>
                  </a:schemeClr>
                </a:solidFill>
              </a:rPr>
              <a:t> :</a:t>
            </a:r>
            <a:b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  <a:t>- Study Materials</a:t>
            </a:r>
            <a:b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  <a:t>- Doubt Solving</a:t>
            </a:r>
            <a:b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  <a:t>- Quiz Generation</a:t>
            </a:r>
            <a:b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  <a:t>Traditional Systems Often Provide Only One Functionality At A Time.</a:t>
            </a:r>
            <a:br>
              <a:rPr lang="en-US" sz="3200" cap="none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US" cap="none" dirty="0">
                <a:solidFill>
                  <a:schemeClr val="bg2">
                    <a:lumMod val="50000"/>
                  </a:schemeClr>
                </a:solidFill>
              </a:rPr>
            </a:br>
            <a:endParaRPr lang="en-US" cap="none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79BA-BBB8-091D-EDFD-4A5E3C72A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027" y="3429000"/>
            <a:ext cx="10990054" cy="240935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500" u="sng" dirty="0">
                <a:solidFill>
                  <a:srgbClr val="FFFF00"/>
                </a:solidFill>
              </a:rPr>
              <a:t>Proposed Solution</a:t>
            </a:r>
            <a:r>
              <a:rPr lang="en-US" sz="3500" b="1" u="sng" dirty="0">
                <a:solidFill>
                  <a:srgbClr val="FFFF00"/>
                </a:solidFill>
              </a:rPr>
              <a:t> :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3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Develop a Multi-Agent AI Learning Assistant that automatically selects appropriate agents based on user queries.</a:t>
            </a:r>
          </a:p>
          <a:p>
            <a:endParaRPr lang="en-US" sz="32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US" sz="32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Graphic 6" descr="Customer review with solid fill">
            <a:extLst>
              <a:ext uri="{FF2B5EF4-FFF2-40B4-BE49-F238E27FC236}">
                <a16:creationId xmlns:a16="http://schemas.microsoft.com/office/drawing/2014/main" id="{051DC5F9-BA26-2143-5C60-C2E74DCBDF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3518" y="3551416"/>
            <a:ext cx="914400" cy="914400"/>
          </a:xfrm>
          <a:prstGeom prst="rect">
            <a:avLst/>
          </a:prstGeom>
        </p:spPr>
      </p:pic>
      <p:pic>
        <p:nvPicPr>
          <p:cNvPr id="9" name="Graphic 8" descr="Questions with solid fill">
            <a:extLst>
              <a:ext uri="{FF2B5EF4-FFF2-40B4-BE49-F238E27FC236}">
                <a16:creationId xmlns:a16="http://schemas.microsoft.com/office/drawing/2014/main" id="{BD73F8CA-AADB-F09E-E351-32BD79664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054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7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C77D-B16C-690B-8BAD-E60DF0F65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70" y="327514"/>
            <a:ext cx="10099760" cy="88018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Objectives</a:t>
            </a:r>
            <a:r>
              <a:rPr lang="en-US" sz="6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D74EB-A04A-24C7-5DAF-BEB5BBD0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528" y="1207698"/>
            <a:ext cx="10874883" cy="4583503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 Develop a multi-agent educational platform.</a:t>
            </a:r>
          </a:p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 Implement automatic agent selection.</a:t>
            </a:r>
          </a:p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 Build backend services using Node.js and Express.js.</a:t>
            </a:r>
          </a:p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 Create a React-based frontend.</a:t>
            </a:r>
          </a:p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 Enable frontend-backend communication through REST APIs.</a:t>
            </a:r>
          </a:p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 Support study notes, question answering, and quiz generation.</a:t>
            </a:r>
          </a:p>
          <a:p>
            <a:endParaRPr lang="en-US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Graphic 4" descr="Target Audience with solid fill">
            <a:extLst>
              <a:ext uri="{FF2B5EF4-FFF2-40B4-BE49-F238E27FC236}">
                <a16:creationId xmlns:a16="http://schemas.microsoft.com/office/drawing/2014/main" id="{00B907D7-B187-E8AC-6473-FC442B399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2" y="400798"/>
            <a:ext cx="809735" cy="80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20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4EB8-CB87-36AA-D5EB-0662578F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1" y="-104689"/>
            <a:ext cx="9905998" cy="994151"/>
          </a:xfrm>
        </p:spPr>
        <p:txBody>
          <a:bodyPr>
            <a:normAutofit/>
          </a:bodyPr>
          <a:lstStyle/>
          <a:p>
            <a:r>
              <a:rPr lang="en-US" sz="3200" b="1" i="1" u="sng" dirty="0">
                <a:solidFill>
                  <a:srgbClr val="002060"/>
                </a:solidFill>
              </a:rPr>
              <a:t>System Architecture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2961-3651-EA5D-56B9-DB096393E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989" y="723206"/>
            <a:ext cx="4788131" cy="59103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User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React Frontend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       ↓ </a:t>
            </a:r>
            <a:r>
              <a:rPr lang="en-US" sz="2100" b="1" dirty="0">
                <a:solidFill>
                  <a:schemeClr val="tx1">
                    <a:lumMod val="95000"/>
                  </a:schemeClr>
                </a:solidFill>
              </a:rPr>
              <a:t>POST /</a:t>
            </a:r>
            <a:r>
              <a:rPr lang="en-US" sz="2100" b="1" dirty="0" err="1">
                <a:solidFill>
                  <a:schemeClr val="tx1">
                    <a:lumMod val="95000"/>
                  </a:schemeClr>
                </a:solidFill>
              </a:rPr>
              <a:t>api</a:t>
            </a:r>
            <a:r>
              <a:rPr lang="en-US" sz="2100" b="1" dirty="0">
                <a:solidFill>
                  <a:schemeClr val="tx1">
                    <a:lumMod val="95000"/>
                  </a:schemeClr>
                </a:solidFill>
              </a:rPr>
              <a:t>/chat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Node.js + Express Backend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        ↓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Agent Router (</a:t>
            </a:r>
            <a:r>
              <a:rPr lang="en-US" b="1" dirty="0" err="1">
                <a:solidFill>
                  <a:schemeClr val="tx1">
                    <a:lumMod val="95000"/>
                  </a:schemeClr>
                </a:solidFill>
              </a:rPr>
              <a:t>detectAgents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       </a:t>
            </a:r>
            <a:r>
              <a:rPr lang="en-US" sz="2100" b="1" dirty="0">
                <a:solidFill>
                  <a:schemeClr val="tx1">
                    <a:lumMod val="95000"/>
                  </a:schemeClr>
                </a:solidFill>
              </a:rPr>
              <a:t>├── Study Agent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95000"/>
                  </a:schemeClr>
                </a:solidFill>
              </a:rPr>
              <a:t>         ├── Question Answering Agent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95000"/>
                  </a:schemeClr>
                </a:solidFill>
              </a:rPr>
              <a:t>         └── Quiz Agent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         ↓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JSON Response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         ↓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Frontend Display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0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EEEB8A34-D7A8-11C4-E5E1-046CE83DD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618049" y="2585166"/>
            <a:ext cx="2366210" cy="1510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9176C7-0AE2-C84C-B545-AD336AE9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47" y="2585166"/>
            <a:ext cx="5176260" cy="831273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chemeClr val="bg2">
                    <a:lumMod val="50000"/>
                  </a:schemeClr>
                </a:solidFill>
              </a:rPr>
              <a:t>Backend Development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516A-9482-993F-2F0E-F88E2E4E3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1881" y="246763"/>
            <a:ext cx="3808334" cy="914400"/>
          </a:xfrm>
        </p:spPr>
        <p:txBody>
          <a:bodyPr/>
          <a:lstStyle/>
          <a:p>
            <a:r>
              <a:rPr lang="en-US" dirty="0"/>
              <a:t>Study Material Agent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98B70E-937C-0637-CD60-8C31FC4F496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096000" y="728185"/>
            <a:ext cx="3194968" cy="1252268"/>
          </a:xfrm>
        </p:spPr>
        <p:txBody>
          <a:bodyPr/>
          <a:lstStyle/>
          <a:p>
            <a:r>
              <a:rPr lang="en-US" sz="2000" dirty="0"/>
              <a:t>- Generates study notes</a:t>
            </a:r>
          </a:p>
          <a:p>
            <a:r>
              <a:rPr lang="en-US" sz="2000" dirty="0"/>
              <a:t>- Explains concepts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53C71C-AB77-07A7-E0F1-DF9BC586D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6403" y="2649564"/>
            <a:ext cx="4483532" cy="702481"/>
          </a:xfrm>
        </p:spPr>
        <p:txBody>
          <a:bodyPr/>
          <a:lstStyle/>
          <a:p>
            <a:r>
              <a:rPr lang="en-US" dirty="0"/>
              <a:t>Question Answering Agent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FEA40A-5550-DF45-1E4A-A6510FB5A714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321422" y="2890071"/>
            <a:ext cx="3195830" cy="1077858"/>
          </a:xfrm>
        </p:spPr>
        <p:txBody>
          <a:bodyPr/>
          <a:lstStyle/>
          <a:p>
            <a:r>
              <a:rPr lang="en-US" sz="2000" dirty="0"/>
              <a:t>- Answers academic questions</a:t>
            </a:r>
          </a:p>
          <a:p>
            <a:r>
              <a:rPr lang="en-US" sz="2000" dirty="0"/>
              <a:t>- Resolves doubts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696651-1C53-0F0E-F66F-A0ECA1FF72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4280" y="4366157"/>
            <a:ext cx="3194968" cy="685800"/>
          </a:xfrm>
        </p:spPr>
        <p:txBody>
          <a:bodyPr/>
          <a:lstStyle/>
          <a:p>
            <a:r>
              <a:rPr lang="en-US" dirty="0"/>
              <a:t>Quiz Agent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B1710A-FA16-1925-5A84-5BB8D143EDD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344280" y="5051957"/>
            <a:ext cx="3194968" cy="1077858"/>
          </a:xfrm>
        </p:spPr>
        <p:txBody>
          <a:bodyPr/>
          <a:lstStyle/>
          <a:p>
            <a:r>
              <a:rPr lang="en-US" sz="2000" dirty="0"/>
              <a:t>- Generates MCQs</a:t>
            </a:r>
          </a:p>
          <a:p>
            <a:r>
              <a:rPr lang="en-US" sz="2000" dirty="0"/>
              <a:t>- Supports self-assessment</a:t>
            </a:r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BD217C-3F80-2F1F-117D-7968740E65F0}"/>
              </a:ext>
            </a:extLst>
          </p:cNvPr>
          <p:cNvCxnSpPr>
            <a:cxnSpLocks/>
          </p:cNvCxnSpPr>
          <p:nvPr/>
        </p:nvCxnSpPr>
        <p:spPr>
          <a:xfrm flipV="1">
            <a:off x="4695825" y="504825"/>
            <a:ext cx="1400175" cy="2179649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2558C0-E764-01DC-8B27-EB86E442C2B8}"/>
              </a:ext>
            </a:extLst>
          </p:cNvPr>
          <p:cNvCxnSpPr>
            <a:cxnSpLocks/>
          </p:cNvCxnSpPr>
          <p:nvPr/>
        </p:nvCxnSpPr>
        <p:spPr>
          <a:xfrm>
            <a:off x="4695825" y="2684474"/>
            <a:ext cx="1495194" cy="188752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0DCAFC-1F73-C526-5653-37DDD21EE475}"/>
              </a:ext>
            </a:extLst>
          </p:cNvPr>
          <p:cNvCxnSpPr>
            <a:cxnSpLocks/>
          </p:cNvCxnSpPr>
          <p:nvPr/>
        </p:nvCxnSpPr>
        <p:spPr>
          <a:xfrm>
            <a:off x="4694963" y="2684474"/>
            <a:ext cx="1496056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1C6D1ECD-D084-3EC3-75F6-2E63BEEB2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39248" y="135917"/>
            <a:ext cx="2374535" cy="16274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E6241BD-F24D-988E-8F49-2E245F340F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516248" y="4934163"/>
            <a:ext cx="2387373" cy="1677074"/>
          </a:xfrm>
          <a:prstGeom prst="rect">
            <a:avLst/>
          </a:prstGeom>
        </p:spPr>
      </p:pic>
      <p:pic>
        <p:nvPicPr>
          <p:cNvPr id="41" name="Graphic 40" descr="Business Growth with solid fill">
            <a:extLst>
              <a:ext uri="{FF2B5EF4-FFF2-40B4-BE49-F238E27FC236}">
                <a16:creationId xmlns:a16="http://schemas.microsoft.com/office/drawing/2014/main" id="{C96D2A31-41C4-AE3F-C470-D661B09A7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1622138"/>
            <a:ext cx="1267933" cy="126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0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FD415-F838-70FA-AF3D-7B567F49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7FC7-88B9-8FBA-070A-6B88FBF0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75" y="376978"/>
            <a:ext cx="10754113" cy="448282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chemeClr val="bg2">
                    <a:lumMod val="50000"/>
                  </a:schemeClr>
                </a:solidFill>
              </a:rPr>
              <a:t>API Documentation</a:t>
            </a:r>
            <a:br>
              <a:rPr lang="en-US" sz="3200" b="1" u="sng" dirty="0">
                <a:solidFill>
                  <a:schemeClr val="bg2">
                    <a:lumMod val="50000"/>
                  </a:schemeClr>
                </a:solidFill>
              </a:rPr>
            </a:br>
            <a:endParaRPr lang="en-US" sz="3200" b="1" u="sng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F84B8-8F9E-371D-71D5-B1B7B5AE0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276" y="948906"/>
            <a:ext cx="4875211" cy="4842294"/>
          </a:xfrm>
        </p:spPr>
        <p:txBody>
          <a:bodyPr>
            <a:normAutofit fontScale="47500" lnSpcReduction="20000"/>
          </a:bodyPr>
          <a:lstStyle/>
          <a:p>
            <a:r>
              <a:rPr lang="en-US" sz="6700" i="1" dirty="0">
                <a:solidFill>
                  <a:schemeClr val="accent2">
                    <a:lumMod val="50000"/>
                  </a:schemeClr>
                </a:solidFill>
              </a:rPr>
              <a:t>Sample Request :</a:t>
            </a:r>
          </a:p>
          <a:p>
            <a:pPr marL="0" indent="0">
              <a:buNone/>
            </a:pPr>
            <a:r>
              <a:rPr lang="en-US" sz="7400" dirty="0"/>
              <a:t> </a:t>
            </a:r>
            <a:r>
              <a:rPr lang="en-US" sz="5100" dirty="0"/>
              <a:t>{</a:t>
            </a:r>
          </a:p>
          <a:p>
            <a:pPr marL="0" indent="0">
              <a:buNone/>
            </a:pPr>
            <a:r>
              <a:rPr lang="en-US" sz="5100" dirty="0"/>
              <a:t>  "message": "Give me C programming   notes and 5 quiz questions"</a:t>
            </a:r>
          </a:p>
          <a:p>
            <a:pPr marL="0" indent="0">
              <a:buNone/>
            </a:pPr>
            <a:r>
              <a:rPr lang="en-US" sz="5100" dirty="0"/>
              <a:t> }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D5B93-1BB5-8DD7-4034-833950000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1300" y="655608"/>
            <a:ext cx="5445424" cy="5825414"/>
          </a:xfrm>
        </p:spPr>
        <p:txBody>
          <a:bodyPr>
            <a:normAutofit fontScale="47500" lnSpcReduction="20000"/>
          </a:bodyPr>
          <a:lstStyle/>
          <a:p>
            <a:r>
              <a:rPr lang="en-US" sz="6700" i="1" dirty="0">
                <a:solidFill>
                  <a:schemeClr val="accent2">
                    <a:lumMod val="50000"/>
                  </a:schemeClr>
                </a:solidFill>
              </a:rPr>
              <a:t>Sample Response :</a:t>
            </a:r>
          </a:p>
          <a:p>
            <a:pPr marL="0" indent="0">
              <a:buNone/>
            </a:pPr>
            <a:r>
              <a:rPr lang="en-US" sz="4200" dirty="0"/>
              <a:t>  {</a:t>
            </a:r>
          </a:p>
          <a:p>
            <a:pPr marL="0" indent="0">
              <a:buNone/>
            </a:pPr>
            <a:r>
              <a:rPr lang="en-US" sz="4200" dirty="0"/>
              <a:t>  "</a:t>
            </a:r>
            <a:r>
              <a:rPr lang="en-US" sz="4200" dirty="0" err="1"/>
              <a:t>userMessage</a:t>
            </a:r>
            <a:r>
              <a:rPr lang="en-US" sz="4200" dirty="0"/>
              <a:t>": "...",</a:t>
            </a:r>
          </a:p>
          <a:p>
            <a:pPr marL="0" indent="0">
              <a:buNone/>
            </a:pPr>
            <a:r>
              <a:rPr lang="en-US" sz="4200" dirty="0"/>
              <a:t>  "</a:t>
            </a:r>
            <a:r>
              <a:rPr lang="en-US" sz="4200" dirty="0" err="1"/>
              <a:t>agentsUsed</a:t>
            </a:r>
            <a:r>
              <a:rPr lang="en-US" sz="4200" dirty="0"/>
              <a:t>": [</a:t>
            </a:r>
          </a:p>
          <a:p>
            <a:pPr marL="0" indent="0">
              <a:buNone/>
            </a:pPr>
            <a:r>
              <a:rPr lang="en-US" sz="4200" dirty="0"/>
              <a:t>  "study",</a:t>
            </a:r>
          </a:p>
          <a:p>
            <a:pPr marL="0" indent="0">
              <a:buNone/>
            </a:pPr>
            <a:r>
              <a:rPr lang="en-US" sz="4200" dirty="0"/>
              <a:t>  "quiz"</a:t>
            </a:r>
          </a:p>
          <a:p>
            <a:pPr marL="0" indent="0">
              <a:buNone/>
            </a:pPr>
            <a:r>
              <a:rPr lang="en-US" sz="4200" dirty="0"/>
              <a:t>  ],</a:t>
            </a:r>
          </a:p>
          <a:p>
            <a:pPr marL="0" indent="0">
              <a:buNone/>
            </a:pPr>
            <a:r>
              <a:rPr lang="en-US" sz="4200" dirty="0"/>
              <a:t>  "data": {</a:t>
            </a:r>
          </a:p>
          <a:p>
            <a:pPr marL="0" indent="0">
              <a:buNone/>
            </a:pPr>
            <a:r>
              <a:rPr lang="en-US" sz="4200" dirty="0"/>
              <a:t>  "</a:t>
            </a:r>
            <a:r>
              <a:rPr lang="en-US" sz="4200" dirty="0" err="1"/>
              <a:t>studyMaterial</a:t>
            </a:r>
            <a:r>
              <a:rPr lang="en-US" sz="4200" dirty="0"/>
              <a:t>": "...",</a:t>
            </a:r>
          </a:p>
          <a:p>
            <a:pPr marL="0" indent="0">
              <a:buNone/>
            </a:pPr>
            <a:r>
              <a:rPr lang="en-US" sz="4200" dirty="0"/>
              <a:t>  "quiz": "..."</a:t>
            </a:r>
          </a:p>
          <a:p>
            <a:pPr marL="0" indent="0">
              <a:buNone/>
            </a:pPr>
            <a:r>
              <a:rPr lang="en-US" sz="4200" dirty="0"/>
              <a:t>  }</a:t>
            </a:r>
          </a:p>
          <a:p>
            <a:pPr marL="0" indent="0">
              <a:buNone/>
            </a:pPr>
            <a:r>
              <a:rPr lang="en-US" sz="4200" dirty="0"/>
              <a:t>  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15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E375-7758-F5FD-85A2-92C5D1A9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81" y="189781"/>
            <a:ext cx="5538159" cy="1259457"/>
          </a:xfrm>
        </p:spPr>
        <p:txBody>
          <a:bodyPr/>
          <a:lstStyle/>
          <a:p>
            <a:r>
              <a:rPr lang="en-US" i="1" u="sng" dirty="0">
                <a:solidFill>
                  <a:schemeClr val="accent2">
                    <a:lumMod val="50000"/>
                  </a:schemeClr>
                </a:solidFill>
              </a:rPr>
              <a:t>Frontend  Development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B309-637A-D05C-6CB2-6A4BC2A40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8354" y="1242204"/>
            <a:ext cx="4226943" cy="4548996"/>
          </a:xfrm>
        </p:spPr>
        <p:txBody>
          <a:bodyPr>
            <a:normAutofit/>
          </a:bodyPr>
          <a:lstStyle/>
          <a:p>
            <a:r>
              <a:rPr lang="fr-FR" sz="2800" i="1" dirty="0">
                <a:solidFill>
                  <a:schemeClr val="bg2">
                    <a:lumMod val="50000"/>
                  </a:schemeClr>
                </a:solidFill>
              </a:rPr>
              <a:t>Technologies</a:t>
            </a:r>
          </a:p>
          <a:p>
            <a:pPr marL="0" indent="0">
              <a:buNone/>
            </a:pPr>
            <a:r>
              <a:rPr lang="fr-FR" dirty="0"/>
              <a:t>    - </a:t>
            </a:r>
            <a:r>
              <a:rPr lang="fr-FR" dirty="0" err="1"/>
              <a:t>React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- HTML</a:t>
            </a:r>
          </a:p>
          <a:p>
            <a:pPr marL="0" indent="0">
              <a:buNone/>
            </a:pPr>
            <a:r>
              <a:rPr lang="fr-FR" dirty="0"/>
              <a:t>    - CSS</a:t>
            </a:r>
          </a:p>
          <a:p>
            <a:pPr marL="0" indent="0">
              <a:buNone/>
            </a:pPr>
            <a:r>
              <a:rPr lang="fr-FR" dirty="0"/>
              <a:t>    - JavaScript</a:t>
            </a:r>
          </a:p>
          <a:p>
            <a:pPr marL="0" indent="0">
              <a:buNone/>
            </a:pPr>
            <a:r>
              <a:rPr lang="fr-FR" dirty="0"/>
              <a:t>    - Axios</a:t>
            </a:r>
          </a:p>
          <a:p>
            <a:pPr marL="0" indent="0">
              <a:buNone/>
            </a:pPr>
            <a:r>
              <a:rPr lang="fr-FR" dirty="0"/>
              <a:t>    - Vite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A91F6-17A8-A529-B8D1-494BF19F6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9238"/>
            <a:ext cx="4610819" cy="4341962"/>
          </a:xfrm>
        </p:spPr>
        <p:txBody>
          <a:bodyPr>
            <a:normAutofit/>
          </a:bodyPr>
          <a:lstStyle/>
          <a:p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Features</a:t>
            </a:r>
          </a:p>
          <a:p>
            <a:pPr marL="0" indent="0">
              <a:buNone/>
            </a:pPr>
            <a:r>
              <a:rPr lang="en-US" dirty="0"/>
              <a:t>    - Input text box</a:t>
            </a:r>
          </a:p>
          <a:p>
            <a:pPr marL="0" indent="0">
              <a:buNone/>
            </a:pPr>
            <a:r>
              <a:rPr lang="en-US" dirty="0"/>
              <a:t>    - Submit button</a:t>
            </a:r>
          </a:p>
          <a:p>
            <a:pPr marL="0" indent="0">
              <a:buNone/>
            </a:pPr>
            <a:r>
              <a:rPr lang="en-US" dirty="0"/>
              <a:t>    - Response display area</a:t>
            </a:r>
          </a:p>
          <a:p>
            <a:pPr marL="0" indent="0">
              <a:buNone/>
            </a:pPr>
            <a:r>
              <a:rPr lang="en-US" dirty="0"/>
              <a:t>    - Loading indicator</a:t>
            </a:r>
          </a:p>
          <a:p>
            <a:pPr marL="0" indent="0">
              <a:buNone/>
            </a:pPr>
            <a:r>
              <a:rPr lang="en-US" dirty="0"/>
              <a:t>    - Backend API integration</a:t>
            </a:r>
          </a:p>
          <a:p>
            <a:endParaRPr lang="en-US" dirty="0"/>
          </a:p>
        </p:txBody>
      </p:sp>
      <p:pic>
        <p:nvPicPr>
          <p:cNvPr id="6" name="Graphic 5" descr="Internet with solid fill">
            <a:extLst>
              <a:ext uri="{FF2B5EF4-FFF2-40B4-BE49-F238E27FC236}">
                <a16:creationId xmlns:a16="http://schemas.microsoft.com/office/drawing/2014/main" id="{30E9A926-E13B-6816-63C6-91ECFE98F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42204"/>
            <a:ext cx="792689" cy="79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30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DB96-173F-B6B5-E517-4D09D00E9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93" y="212207"/>
            <a:ext cx="9905998" cy="1478570"/>
          </a:xfrm>
        </p:spPr>
        <p:txBody>
          <a:bodyPr/>
          <a:lstStyle/>
          <a:p>
            <a:r>
              <a:rPr lang="en-US" b="1" u="sng" dirty="0">
                <a:solidFill>
                  <a:schemeClr val="bg2">
                    <a:lumMod val="50000"/>
                  </a:schemeClr>
                </a:solidFill>
              </a:rPr>
              <a:t>System Demonstration 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002EE-A521-6CDF-096C-C2372F0F5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6018" y="1548537"/>
            <a:ext cx="10279964" cy="4934309"/>
          </a:xfrm>
        </p:spPr>
        <p:txBody>
          <a:bodyPr>
            <a:normAutofit/>
          </a:bodyPr>
          <a:lstStyle/>
          <a:p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Test Query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Give me C programming notes and 5 quiz questions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Result</a:t>
            </a:r>
          </a:p>
          <a:p>
            <a:pPr marL="0" indent="0">
              <a:buNone/>
            </a:pPr>
            <a:r>
              <a:rPr lang="en-US" dirty="0"/>
              <a:t>- Study Material Agent activated</a:t>
            </a:r>
          </a:p>
          <a:p>
            <a:pPr marL="0" indent="0">
              <a:buNone/>
            </a:pPr>
            <a:r>
              <a:rPr lang="en-US" dirty="0"/>
              <a:t>- Quiz Agent activated</a:t>
            </a:r>
          </a:p>
          <a:p>
            <a:pPr marL="0" indent="0">
              <a:buNone/>
            </a:pPr>
            <a:r>
              <a:rPr lang="en-US" dirty="0"/>
              <a:t>- Responses displayed successfully on the frontend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Graphic 4" descr="Help with solid fill">
            <a:extLst>
              <a:ext uri="{FF2B5EF4-FFF2-40B4-BE49-F238E27FC236}">
                <a16:creationId xmlns:a16="http://schemas.microsoft.com/office/drawing/2014/main" id="{2A47A729-C770-3A1E-690A-110DF20F0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967" y="1442258"/>
            <a:ext cx="768928" cy="768928"/>
          </a:xfrm>
          <a:prstGeom prst="rect">
            <a:avLst/>
          </a:prstGeom>
        </p:spPr>
      </p:pic>
      <p:pic>
        <p:nvPicPr>
          <p:cNvPr id="7" name="Graphic 6" descr="Customer review with solid fill">
            <a:extLst>
              <a:ext uri="{FF2B5EF4-FFF2-40B4-BE49-F238E27FC236}">
                <a16:creationId xmlns:a16="http://schemas.microsoft.com/office/drawing/2014/main" id="{89EE8B01-0248-1EC9-D894-AFA0AC04EC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374" y="3321578"/>
            <a:ext cx="694113" cy="69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915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8101-1FE1-73CC-85DD-443E5EBC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bg2">
                    <a:lumMod val="50000"/>
                  </a:schemeClr>
                </a:solidFill>
              </a:rPr>
              <a:t>Future Enhancements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1AA3C-8AEF-0115-0B72-722157A09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9555345" cy="3541714"/>
          </a:xfrm>
        </p:spPr>
        <p:txBody>
          <a:bodyPr>
            <a:normAutofit/>
          </a:bodyPr>
          <a:lstStyle/>
          <a:p>
            <a:r>
              <a:rPr lang="en-US" dirty="0"/>
              <a:t> Integration with Large Language Models (LLMs)</a:t>
            </a:r>
          </a:p>
          <a:p>
            <a:r>
              <a:rPr lang="en-US" dirty="0"/>
              <a:t> User authentication</a:t>
            </a:r>
          </a:p>
          <a:p>
            <a:r>
              <a:rPr lang="en-US" dirty="0"/>
              <a:t> Database integration</a:t>
            </a:r>
          </a:p>
          <a:p>
            <a:r>
              <a:rPr lang="en-US" dirty="0"/>
              <a:t> Timetable and planner agents</a:t>
            </a:r>
          </a:p>
          <a:p>
            <a:r>
              <a:rPr lang="en-US" dirty="0"/>
              <a:t> Career guidance agents</a:t>
            </a:r>
          </a:p>
          <a:p>
            <a:r>
              <a:rPr lang="en-US" dirty="0"/>
              <a:t> Personalized learning recommendations</a:t>
            </a:r>
          </a:p>
          <a:p>
            <a:endParaRPr lang="en-US" dirty="0"/>
          </a:p>
        </p:txBody>
      </p:sp>
      <p:pic>
        <p:nvPicPr>
          <p:cNvPr id="6" name="Graphic 5" descr="Chevron arrows with solid fill">
            <a:extLst>
              <a:ext uri="{FF2B5EF4-FFF2-40B4-BE49-F238E27FC236}">
                <a16:creationId xmlns:a16="http://schemas.microsoft.com/office/drawing/2014/main" id="{6E90FF7D-310D-659D-6F03-0E38B39B0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370" y="900603"/>
            <a:ext cx="91440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4CDEF6-626A-80CB-4CA6-6AC53C0EE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084264" y="0"/>
            <a:ext cx="2124768" cy="15909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40F7EA-C342-96F9-AFED-FB4D04A639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340024" y="3317015"/>
            <a:ext cx="1754278" cy="20832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AE780A-6E17-6041-F21F-5DCE2EF58C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284112" y="1659076"/>
            <a:ext cx="2453459" cy="15627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1897CD-8127-CB17-7270-472611610A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331477" y="5495446"/>
            <a:ext cx="2581968" cy="127868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1D284A-3635-86FA-C007-C6A0BBC13E67}"/>
              </a:ext>
            </a:extLst>
          </p:cNvPr>
          <p:cNvCxnSpPr>
            <a:cxnSpLocks/>
          </p:cNvCxnSpPr>
          <p:nvPr/>
        </p:nvCxnSpPr>
        <p:spPr>
          <a:xfrm flipH="1">
            <a:off x="9284112" y="0"/>
            <a:ext cx="800152" cy="162526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8B028A-70FD-133B-5322-BB9D5E99C5CD}"/>
              </a:ext>
            </a:extLst>
          </p:cNvPr>
          <p:cNvCxnSpPr>
            <a:cxnSpLocks/>
          </p:cNvCxnSpPr>
          <p:nvPr/>
        </p:nvCxnSpPr>
        <p:spPr>
          <a:xfrm>
            <a:off x="9331477" y="3221789"/>
            <a:ext cx="1008547" cy="101770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CCD6FD-6C92-0702-B0B4-03E1A5E8D713}"/>
              </a:ext>
            </a:extLst>
          </p:cNvPr>
          <p:cNvCxnSpPr>
            <a:cxnSpLocks/>
          </p:cNvCxnSpPr>
          <p:nvPr/>
        </p:nvCxnSpPr>
        <p:spPr>
          <a:xfrm flipH="1">
            <a:off x="9378551" y="4239491"/>
            <a:ext cx="961473" cy="125595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678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EEC93-B3FE-B77A-1EF2-781F4C6F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643"/>
            <a:ext cx="11047411" cy="9661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Conclusion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04FB-4981-CFAB-135F-5D052A938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4852" y="1242204"/>
            <a:ext cx="5154975" cy="3228196"/>
          </a:xfrm>
        </p:spPr>
        <p:txBody>
          <a:bodyPr/>
          <a:lstStyle/>
          <a:p>
            <a:r>
              <a:rPr lang="en-US" sz="2800" b="1" u="sng" dirty="0">
                <a:solidFill>
                  <a:schemeClr val="bg2">
                    <a:lumMod val="50000"/>
                  </a:schemeClr>
                </a:solidFill>
              </a:rPr>
              <a:t>Achievements :</a:t>
            </a:r>
          </a:p>
          <a:p>
            <a:pPr marL="0" indent="0">
              <a:buNone/>
            </a:pPr>
            <a:r>
              <a:rPr lang="en-US" dirty="0"/>
              <a:t>- Automatic agent selection</a:t>
            </a:r>
          </a:p>
          <a:p>
            <a:pPr marL="0" indent="0">
              <a:buNone/>
            </a:pPr>
            <a:r>
              <a:rPr lang="en-US" dirty="0"/>
              <a:t>- Multi-agent collaboration</a:t>
            </a:r>
          </a:p>
          <a:p>
            <a:pPr marL="0" indent="0">
              <a:buNone/>
            </a:pPr>
            <a:r>
              <a:rPr lang="en-US" dirty="0"/>
              <a:t>- Backend and frontend integration</a:t>
            </a:r>
          </a:p>
          <a:p>
            <a:pPr marL="0" indent="0">
              <a:buNone/>
            </a:pPr>
            <a:r>
              <a:rPr lang="en-US" dirty="0"/>
              <a:t>- Functional educational platform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0ACA5-2246-ABED-BDF0-28FE2CAF0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2174" y="4048918"/>
            <a:ext cx="4875211" cy="2094707"/>
          </a:xfrm>
        </p:spPr>
        <p:txBody>
          <a:bodyPr/>
          <a:lstStyle/>
          <a:p>
            <a:r>
              <a:rPr lang="en-US" sz="2800" b="1" u="sng" dirty="0">
                <a:solidFill>
                  <a:schemeClr val="bg2">
                    <a:lumMod val="50000"/>
                  </a:schemeClr>
                </a:solidFill>
              </a:rPr>
              <a:t>Conclusion :</a:t>
            </a:r>
          </a:p>
          <a:p>
            <a:pPr marL="0" indent="0">
              <a:buNone/>
            </a:pPr>
            <a:r>
              <a:rPr lang="en-US" dirty="0"/>
              <a:t> The Multi-Agent AI Learning Assistant was successfully developed using a modular architecture.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Graphic 5" descr="Send with solid fill">
            <a:extLst>
              <a:ext uri="{FF2B5EF4-FFF2-40B4-BE49-F238E27FC236}">
                <a16:creationId xmlns:a16="http://schemas.microsoft.com/office/drawing/2014/main" id="{70BC5D93-E0FE-57E9-04C0-5FC08045F9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05" y="1066800"/>
            <a:ext cx="914400" cy="914400"/>
          </a:xfrm>
          <a:prstGeom prst="rect">
            <a:avLst/>
          </a:prstGeom>
        </p:spPr>
      </p:pic>
      <p:pic>
        <p:nvPicPr>
          <p:cNvPr id="14" name="Graphic 13" descr="Fire with solid fill">
            <a:extLst>
              <a:ext uri="{FF2B5EF4-FFF2-40B4-BE49-F238E27FC236}">
                <a16:creationId xmlns:a16="http://schemas.microsoft.com/office/drawing/2014/main" id="{9C8D5798-21F3-0E70-6543-0F4D8195B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1174" y="3977640"/>
            <a:ext cx="762000" cy="762000"/>
          </a:xfrm>
          <a:prstGeom prst="rect">
            <a:avLst/>
          </a:prstGeom>
        </p:spPr>
      </p:pic>
      <p:pic>
        <p:nvPicPr>
          <p:cNvPr id="18" name="Graphic 17" descr="Paw prints with solid fill">
            <a:extLst>
              <a:ext uri="{FF2B5EF4-FFF2-40B4-BE49-F238E27FC236}">
                <a16:creationId xmlns:a16="http://schemas.microsoft.com/office/drawing/2014/main" id="{7AF0FDFF-7C26-AEF4-3615-474E28C2F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296565" y="315010"/>
            <a:ext cx="1110583" cy="114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97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45D7-66ED-7D9F-1422-712BCFCC6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0" y="2213638"/>
            <a:ext cx="11138851" cy="1478570"/>
          </a:xfrm>
        </p:spPr>
        <p:txBody>
          <a:bodyPr>
            <a:normAutofit/>
          </a:bodyPr>
          <a:lstStyle/>
          <a:p>
            <a:pPr algn="ctr"/>
            <a:r>
              <a:rPr lang="en-US" sz="8800" dirty="0">
                <a:latin typeface="Castellar" panose="020A0402060406010301" pitchFamily="18" charset="0"/>
              </a:rPr>
              <a:t>THANK YOU…</a:t>
            </a:r>
          </a:p>
        </p:txBody>
      </p:sp>
      <p:pic>
        <p:nvPicPr>
          <p:cNvPr id="6" name="Graphic 5" descr="Grinning face outline with solid fill">
            <a:extLst>
              <a:ext uri="{FF2B5EF4-FFF2-40B4-BE49-F238E27FC236}">
                <a16:creationId xmlns:a16="http://schemas.microsoft.com/office/drawing/2014/main" id="{FDF9FF59-7C63-F511-FAD1-B1AE28CB8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312" y="4017990"/>
            <a:ext cx="1339375" cy="1183640"/>
          </a:xfrm>
          <a:prstGeom prst="rect">
            <a:avLst/>
          </a:prstGeom>
        </p:spPr>
      </p:pic>
      <p:pic>
        <p:nvPicPr>
          <p:cNvPr id="4" name="Graphic 3" descr="Paw prints with solid fill">
            <a:extLst>
              <a:ext uri="{FF2B5EF4-FFF2-40B4-BE49-F238E27FC236}">
                <a16:creationId xmlns:a16="http://schemas.microsoft.com/office/drawing/2014/main" id="{DD3C8B96-D734-35D6-1F9B-0737FAB53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505788" y="2044057"/>
            <a:ext cx="1110583" cy="1149953"/>
          </a:xfrm>
          <a:prstGeom prst="rect">
            <a:avLst/>
          </a:prstGeom>
        </p:spPr>
      </p:pic>
      <p:pic>
        <p:nvPicPr>
          <p:cNvPr id="7" name="Graphic 6" descr="Paw prints with solid fill">
            <a:extLst>
              <a:ext uri="{FF2B5EF4-FFF2-40B4-BE49-F238E27FC236}">
                <a16:creationId xmlns:a16="http://schemas.microsoft.com/office/drawing/2014/main" id="{94CACF6C-180D-22B0-A0FA-6676CDF4AB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649154" y="816247"/>
            <a:ext cx="1110583" cy="1149953"/>
          </a:xfrm>
          <a:prstGeom prst="rect">
            <a:avLst/>
          </a:prstGeom>
        </p:spPr>
      </p:pic>
      <p:pic>
        <p:nvPicPr>
          <p:cNvPr id="9" name="Graphic 8" descr="Paw prints with solid fill">
            <a:extLst>
              <a:ext uri="{FF2B5EF4-FFF2-40B4-BE49-F238E27FC236}">
                <a16:creationId xmlns:a16="http://schemas.microsoft.com/office/drawing/2014/main" id="{803282CC-5889-712B-333F-9EB8B11A7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649153" y="-256928"/>
            <a:ext cx="1110583" cy="114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505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{0DF0527D-F44F-4577-AC75-3E17B8BEE727}TF6d5feb1e-e145-43f1-b745-cb4b54c5ee975d365c52-ce22229b0e48</Template>
  <TotalTime>528</TotalTime>
  <Words>443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Castellar</vt:lpstr>
      <vt:lpstr>Tw Cen MT</vt:lpstr>
      <vt:lpstr>Circuit</vt:lpstr>
      <vt:lpstr>Multi-Agent AI Learning Assistant !!!</vt:lpstr>
      <vt:lpstr>Problem : Students Require Multiple Educational Services Such As : - Study Materials - Doubt Solving - Quiz Generation Traditional Systems Often Provide Only One Functionality At A Time.  </vt:lpstr>
      <vt:lpstr>Objectives :</vt:lpstr>
      <vt:lpstr>System Architecture :</vt:lpstr>
      <vt:lpstr>Backend Development </vt:lpstr>
      <vt:lpstr>API Documentation </vt:lpstr>
      <vt:lpstr>Frontend  Development :</vt:lpstr>
      <vt:lpstr>System Demonstration : </vt:lpstr>
      <vt:lpstr>Future Enhancements :</vt:lpstr>
      <vt:lpstr>Conclusion :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Samruddhi Jane</dc:creator>
  <cp:lastModifiedBy>Samruddhi Jane</cp:lastModifiedBy>
  <cp:revision>1</cp:revision>
  <dcterms:created xsi:type="dcterms:W3CDTF">2026-07-01T13:54:30Z</dcterms:created>
  <dcterms:modified xsi:type="dcterms:W3CDTF">2026-07-02T04:14:33Z</dcterms:modified>
</cp:coreProperties>
</file>